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7b6368e2c94934" /><Relationship Type="http://schemas.openxmlformats.org/officeDocument/2006/relationships/extended-properties" Target="/docProps/app.xml" Id="R7f55c3ad8d084436" /><Relationship Type="http://schemas.openxmlformats.org/officeDocument/2006/relationships/officeDocument" Target="/ppt/presentation.xml" Id="R8a24a35f633547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48831f95fe447c"/>
  </p:sldMasterIdLst>
  <p:notesMasterIdLst>
    <p:notesMasterId xmlns:r="http://schemas.openxmlformats.org/officeDocument/2006/relationships" r:id="Ra0217b669d044c65"/>
  </p:notesMasterIdLst>
  <p:sldIdLst>
    <p:sldId xmlns:r="http://schemas.openxmlformats.org/officeDocument/2006/relationships" id="256" r:id="Ra60cb28ca44b4e38"/>
    <p:sldId xmlns:r="http://schemas.openxmlformats.org/officeDocument/2006/relationships" id="257" r:id="Rfc9d9d45dabb4768"/>
    <p:sldId xmlns:r="http://schemas.openxmlformats.org/officeDocument/2006/relationships" id="258" r:id="R7eac1b5c4d364b9e"/>
    <p:sldId xmlns:r="http://schemas.openxmlformats.org/officeDocument/2006/relationships" id="259" r:id="R1a2b52363384488c"/>
    <p:sldId xmlns:r="http://schemas.openxmlformats.org/officeDocument/2006/relationships" id="260" r:id="R3210dc6098964bbd"/>
    <p:sldId xmlns:r="http://schemas.openxmlformats.org/officeDocument/2006/relationships" id="261" r:id="R0d5b90ac458f478e"/>
    <p:sldId xmlns:r="http://schemas.openxmlformats.org/officeDocument/2006/relationships" id="262" r:id="R6e78fd69d5634324"/>
    <p:sldId xmlns:r="http://schemas.openxmlformats.org/officeDocument/2006/relationships" id="263" r:id="R369b6173a7ee44e7"/>
    <p:sldId xmlns:r="http://schemas.openxmlformats.org/officeDocument/2006/relationships" id="264" r:id="R885e752cb6064978"/>
    <p:sldId xmlns:r="http://schemas.openxmlformats.org/officeDocument/2006/relationships" id="265" r:id="R474d2ff4a2a745a5"/>
    <p:sldId xmlns:r="http://schemas.openxmlformats.org/officeDocument/2006/relationships" id="266" r:id="R80481410d41e4185"/>
    <p:sldId xmlns:r="http://schemas.openxmlformats.org/officeDocument/2006/relationships" id="267" r:id="R1f80e49f99714c29"/>
    <p:sldId xmlns:r="http://schemas.openxmlformats.org/officeDocument/2006/relationships" id="268" r:id="R2dda5b6a9d324c99"/>
    <p:sldId xmlns:r="http://schemas.openxmlformats.org/officeDocument/2006/relationships" id="269" r:id="R88bde2832b164c73"/>
    <p:sldId xmlns:r="http://schemas.openxmlformats.org/officeDocument/2006/relationships" id="270" r:id="R563a084ccd034f06"/>
    <p:sldId xmlns:r="http://schemas.openxmlformats.org/officeDocument/2006/relationships" id="271" r:id="Ra317d88f19a74b55"/>
    <p:sldId xmlns:r="http://schemas.openxmlformats.org/officeDocument/2006/relationships" id="272" r:id="Re0c57d91451242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0e55513824457a" /><Relationship Type="http://schemas.openxmlformats.org/officeDocument/2006/relationships/slideMaster" Target="/ppt/slideMasters/slideMaster1.xml" Id="R0948831f95fe447c" /><Relationship Type="http://schemas.openxmlformats.org/officeDocument/2006/relationships/notesMaster" Target="/ppt/notesMasters/notesMaster1.xml" Id="Ra0217b669d044c65" /><Relationship Type="http://schemas.openxmlformats.org/officeDocument/2006/relationships/presProps" Target="/ppt/presProps.xml" Id="R1e09e064f43e47eb" /><Relationship Type="http://schemas.openxmlformats.org/officeDocument/2006/relationships/tableStyles" Target="/ppt/tableStyles.xml" Id="Rbbc3aa58583d43bb" /><Relationship Type="http://schemas.openxmlformats.org/officeDocument/2006/relationships/slide" Target="/ppt/slides/slide1.xml" Id="Ra60cb28ca44b4e38" /><Relationship Type="http://schemas.openxmlformats.org/officeDocument/2006/relationships/slide" Target="/ppt/slides/slide2.xml" Id="Rfc9d9d45dabb4768" /><Relationship Type="http://schemas.openxmlformats.org/officeDocument/2006/relationships/slide" Target="/ppt/slides/slide3.xml" Id="R7eac1b5c4d364b9e" /><Relationship Type="http://schemas.openxmlformats.org/officeDocument/2006/relationships/slide" Target="/ppt/slides/slide4.xml" Id="R1a2b52363384488c" /><Relationship Type="http://schemas.openxmlformats.org/officeDocument/2006/relationships/slide" Target="/ppt/slides/slide5.xml" Id="R3210dc6098964bbd" /><Relationship Type="http://schemas.openxmlformats.org/officeDocument/2006/relationships/slide" Target="/ppt/slides/slide6.xml" Id="R0d5b90ac458f478e" /><Relationship Type="http://schemas.openxmlformats.org/officeDocument/2006/relationships/slide" Target="/ppt/slides/slide7.xml" Id="R6e78fd69d5634324" /><Relationship Type="http://schemas.openxmlformats.org/officeDocument/2006/relationships/slide" Target="/ppt/slides/slide8.xml" Id="R369b6173a7ee44e7" /><Relationship Type="http://schemas.openxmlformats.org/officeDocument/2006/relationships/slide" Target="/ppt/slides/slide9.xml" Id="R885e752cb6064978" /><Relationship Type="http://schemas.openxmlformats.org/officeDocument/2006/relationships/slide" Target="/ppt/slides/slide10.xml" Id="R474d2ff4a2a745a5" /><Relationship Type="http://schemas.openxmlformats.org/officeDocument/2006/relationships/slide" Target="/ppt/slides/slide11.xml" Id="R80481410d41e4185" /><Relationship Type="http://schemas.openxmlformats.org/officeDocument/2006/relationships/slide" Target="/ppt/slides/slide12.xml" Id="R1f80e49f99714c29" /><Relationship Type="http://schemas.openxmlformats.org/officeDocument/2006/relationships/slide" Target="/ppt/slides/slide13.xml" Id="R2dda5b6a9d324c99" /><Relationship Type="http://schemas.openxmlformats.org/officeDocument/2006/relationships/slide" Target="/ppt/slides/slide14.xml" Id="R88bde2832b164c73" /><Relationship Type="http://schemas.openxmlformats.org/officeDocument/2006/relationships/slide" Target="/ppt/slides/slide15.xml" Id="R563a084ccd034f06" /><Relationship Type="http://schemas.openxmlformats.org/officeDocument/2006/relationships/slide" Target="/ppt/slides/slide16.xml" Id="Ra317d88f19a74b55" /><Relationship Type="http://schemas.openxmlformats.org/officeDocument/2006/relationships/slide" Target="/ppt/slides/slide17.xml" Id="Re0c57d91451242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4d47a6a24048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8475a943a74bd2" /><Relationship Type="http://schemas.openxmlformats.org/officeDocument/2006/relationships/notesMaster" Target="/ppt/notesMasters/notesMaster1.xml" Id="R1e28746e063745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5e4cb2011f45b1" /><Relationship Type="http://schemas.openxmlformats.org/officeDocument/2006/relationships/notesMaster" Target="/ppt/notesMasters/notesMaster1.xml" Id="Rd5c5e7468d6a4f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46402c968d47ee" /><Relationship Type="http://schemas.openxmlformats.org/officeDocument/2006/relationships/notesMaster" Target="/ppt/notesMasters/notesMaster1.xml" Id="Re9517fa51ebc44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7bcce439174e5d" /><Relationship Type="http://schemas.openxmlformats.org/officeDocument/2006/relationships/notesMaster" Target="/ppt/notesMasters/notesMaster1.xml" Id="R527963d14a0d4a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ba9ecebb0d4b9d" /><Relationship Type="http://schemas.openxmlformats.org/officeDocument/2006/relationships/notesMaster" Target="/ppt/notesMasters/notesMaster1.xml" Id="R05199744095a44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5993ffb6474296" /><Relationship Type="http://schemas.openxmlformats.org/officeDocument/2006/relationships/notesMaster" Target="/ppt/notesMasters/notesMaster1.xml" Id="R0affc213f3834a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1f38cc0fc14669" /><Relationship Type="http://schemas.openxmlformats.org/officeDocument/2006/relationships/notesMaster" Target="/ppt/notesMasters/notesMaster1.xml" Id="R919572941edd49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aaf88141ef4243" /><Relationship Type="http://schemas.openxmlformats.org/officeDocument/2006/relationships/notesMaster" Target="/ppt/notesMasters/notesMaster1.xml" Id="Rdcb514b4068e48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b2319d8d89440e" /><Relationship Type="http://schemas.openxmlformats.org/officeDocument/2006/relationships/notesMaster" Target="/ppt/notesMasters/notesMaster1.xml" Id="Rfd834e23ba0e45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393c5bd2024daa" /><Relationship Type="http://schemas.openxmlformats.org/officeDocument/2006/relationships/notesMaster" Target="/ppt/notesMasters/notesMaster1.xml" Id="Rafc165c004aa4c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7c4cc2207d4717" /><Relationship Type="http://schemas.openxmlformats.org/officeDocument/2006/relationships/notesMaster" Target="/ppt/notesMasters/notesMaster1.xml" Id="R7d8bbbae5b5246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2a4736f62a479e" /><Relationship Type="http://schemas.openxmlformats.org/officeDocument/2006/relationships/notesMaster" Target="/ppt/notesMasters/notesMaster1.xml" Id="Reacb2c3aeff249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7ba4fd664e54f12" /><Relationship Type="http://schemas.openxmlformats.org/officeDocument/2006/relationships/notesMaster" Target="/ppt/notesMasters/notesMaster1.xml" Id="R2c0540a5e4654c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38ea15660a484b" /><Relationship Type="http://schemas.openxmlformats.org/officeDocument/2006/relationships/notesMaster" Target="/ppt/notesMasters/notesMaster1.xml" Id="R97cca3f34aec401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0dd222fb2134293" /><Relationship Type="http://schemas.openxmlformats.org/officeDocument/2006/relationships/notesMaster" Target="/ppt/notesMasters/notesMaster1.xml" Id="R06975aed8d214d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79bef56991945d3" /><Relationship Type="http://schemas.openxmlformats.org/officeDocument/2006/relationships/notesMaster" Target="/ppt/notesMasters/notesMaster1.xml" Id="R56ea67d8066547c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52675861f96472b" /><Relationship Type="http://schemas.openxmlformats.org/officeDocument/2006/relationships/notesMaster" Target="/ppt/notesMasters/notesMaster1.xml" Id="Re5099f2ad2b349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assignment tracker and explain how the application and delivery workflow fit together. Source: https://github.com/karttikjangid/homework-tracker-capstone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frontend and create an assignment. Explain how the session and due-date fields make this application specific to the course. Source: README.md and screenshots/terminal/cloud-after.png in the project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request path first, then the delivery path. CI uses an isolated Kind cluster. The Azure deployment is a separate Helm promotion through a private Kubernetes API over an SSH tunnel. Do not describe the CI Kind deployment as an automatic Azure deployment. Sources: README.md, .github/workflows/ci-cd.yml, terraform/, helm/taskboard/.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/docs for the API demonstration. Show create, read, update and delete, then explain the database row and Alembic version. Source: docs/development.md, screenshots/terminal/database.txt, screenshots/terminal/cloud-api-after.txt. The screenshot views recorded output and is not a fresh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one endpoint test and the migration test. The recorded CI result also reports 11 passed and one Starlette deprecation warning. Sources: backend/tests/, screenshots/mac/pytest.txt, screenshots/verification/standalone-review-tests.txt.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docker compose up -d --build --wait for a live local demonstration, then docker compose ps. Explain the named database volume and the difference between down and down -v. Sources: docker-compose.yml, backend/Dockerfile, frontend/Dockerfile, screenshots/terminal/compose-commands.json. This slide shows recorded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successful application pipeline and show its build, scans and deployment checks. The workflow now triggers on every push to main, including documentation changes. Application image SHA: 2b74cb7f4da3cbb2dccc8faaab52b23c68f46f98. The recording shows the earlier release. Source: .github/workflows/ci-cd.yml and docs/verification.md.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actual pipeline scan steps. Explain that a clean image scan means no reported findings at the configured severity threshold for that run, not a guarantee that the application has no vulnerabilities. Sources: .github/workflows/ci-cd.yml, screenshots/verification/standalone-backend-scan.txt, screenshots/verification/standalone-frontend-scan.txt.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provider, variables, resources, outputs and state using terraform/. Azure/K3s is the implementation chosen for this project. The reference rubric specifies AWS VPC and EKS, so this is a substitution and instructor acceptance is not recorded. Never claim it is an EKS deployment. Sources: terraform/, docs/deployment.md, docs/course/requirements.md.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kubectl get pods, kubectl get svc and helm list for the project namespace in a live demo. Explain values.yaml and helm upgrade --install. CI checks the Helm release in Kind, while the cloud walkthrough shows K3s. Sources: helm/taskboard/, k8s/, docs/deployment.md, screenshots/terminal/kubernetes-pods.txt.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CPU requests, Metrics Server and the HPA target before showing the output. Refer to the cloud load recording at 02:34 in the walkthrough. Sources: screenshots/terminal/cloud-hpa-load.txt, scripts/load-test.sh, helm/taskboard/templates/.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Prometheus Targets screenshot and its UP state, then explain a populated Grafana panel. Distinguish HTTP request metrics from container CPU metrics used by HPA. Sources: monitoring/, screenshots/terminal/cloud-prometheus-targets.png, screenshots/terminal/cloud-grafana-dashboard.png.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AppProject and Application manifests. The GitOps demonstration uses an isolated CI namespace and is not a claim of a continuously running Argo CD installation on Azure. Sources: gitops/, screenshots/verification/standalone-review-gitops.yaml, .github/workflows/ci-cd.yml.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how events distinguish an image pull failure from a running Pod with no Service traffic. Show the recorded troubleshooting exercise, then the successful rerun. Sources: docs/troubleshooting.md, scripts/troubleshoot.sh, screenshots/terminal/cloud-troubleshooting.txt, screenshots/terminal/service-check-first-attempt.txt. Do not describe every issue as an accidental production incident.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cleanup result is historical evidence from October 2026, not a new Azure account audit. Explain why temporary infrastructure was removed and why a live cloud demo would require another provision. Sources: screenshots/terminal/terraform-destroy.txt, screenshots/terminal/azure-cleanup.txt, docs/verification.md.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one example for each lesson. These came from the migration test, initial Service timeout, release promotion and Terraform cleanup. Sources: docs/troubleshooting.md, docs/verification.md, .github/workflows/ci-cd.yml.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existing walkthrough as supporting material. Live classroom presentation or a remote recording should explain each component. Demo order follows the instructor README Part O and GRADING.md M10. Sources: https://github.com/Nency-Ravaliya/devops-heros/blob/main/session21-python/README.md#part-o--final-demo and https://github.com/Nency-Ravaliya/devops-heros/blob/main/session21-python/GRADING.md#m10--final-presentation--documentation-5-points. Project walkthrough: https://github.com/karttikjangid/homework-tracker-capstone/blob/main/docs/walkthrough.md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b23d3069bf40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54f33d40e14c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10124413a4c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7760bc21c46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09a26a28a844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ac09316d7240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7E9301-FC02-4F24-B7A8-C3259B3C89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F17DA8-269E-445C-B64F-746ADE2E91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54A692B-33FA-410F-AF44-80F6FD073F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40B99A-D036-4F6C-A6D5-CEBF8190A5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1A38B2C-23A5-489C-B391-8D5C39A20F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3DEFD1-1A4C-4FFB-8A84-382362B6B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9C126A-99F1-4A12-9D37-85F1834DFE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22D4C38-3194-4432-8D28-EA4635CF79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347B4D-5246-4406-89AA-F86CEB323A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7F9BA4-CE6E-41EF-BB55-36FD9D976B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1ac5eb32fa4063" /><Relationship Type="http://schemas.openxmlformats.org/officeDocument/2006/relationships/slideLayout" Target="/ppt/slideLayouts/slideLayout1.xml" Id="R55fb07b491ab4e8b" /><Relationship Type="http://schemas.openxmlformats.org/officeDocument/2006/relationships/slideLayout" Target="/ppt/slideLayouts/slideLayout2.xml" Id="R605beeed782a4cb4" /><Relationship Type="http://schemas.openxmlformats.org/officeDocument/2006/relationships/slideLayout" Target="/ppt/slideLayouts/slideLayout3.xml" Id="Rc0f0868720d84536" /><Relationship Type="http://schemas.openxmlformats.org/officeDocument/2006/relationships/slideLayout" Target="/ppt/slideLayouts/slideLayout4.xml" Id="R4fb4f892b0c44dda" /><Relationship Type="http://schemas.openxmlformats.org/officeDocument/2006/relationships/slideLayout" Target="/ppt/slideLayouts/slideLayout5.xml" Id="Rda123a36e7f94716" /><Relationship Type="http://schemas.openxmlformats.org/officeDocument/2006/relationships/slideLayout" Target="/ppt/slideLayouts/slideLayout6.xml" Id="R357aa5735e1247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fb07b491ab4e8b"/>
    <p:sldLayoutId xmlns:r="http://schemas.openxmlformats.org/officeDocument/2006/relationships" id="2147483650" r:id="R605beeed782a4cb4"/>
    <p:sldLayoutId xmlns:r="http://schemas.openxmlformats.org/officeDocument/2006/relationships" id="2147483651" r:id="Rc0f0868720d84536"/>
    <p:sldLayoutId xmlns:r="http://schemas.openxmlformats.org/officeDocument/2006/relationships" id="2147483652" r:id="R4fb4f892b0c44dda"/>
    <p:sldLayoutId xmlns:r="http://schemas.openxmlformats.org/officeDocument/2006/relationships" id="2147483653" r:id="Rda123a36e7f94716"/>
    <p:sldLayoutId xmlns:r="http://schemas.openxmlformats.org/officeDocument/2006/relationships" id="2147483654" r:id="R357aa5735e1247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e00ea82c2b4f32" /><Relationship Type="http://schemas.openxmlformats.org/officeDocument/2006/relationships/notesSlide" Target="/ppt/notesSlides/notesSlide1.xml" Id="R730e246761c741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89fc2519fb479d" /><Relationship Type="http://schemas.openxmlformats.org/officeDocument/2006/relationships/image" Target="/ppt/media/image.png" Id="R1b2a3846701f4931" /><Relationship Type="http://schemas.openxmlformats.org/officeDocument/2006/relationships/notesSlide" Target="/ppt/notesSlides/notesSlide2.xml" Id="R24697eb49b2f4a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eeb440f0fc4ae5" /><Relationship Type="http://schemas.openxmlformats.org/officeDocument/2006/relationships/notesSlide" Target="/ppt/notesSlides/notesSlide3.xml" Id="Rd9d393f864be4c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f904d4c6c2471e" /><Relationship Type="http://schemas.openxmlformats.org/officeDocument/2006/relationships/image" Target="/ppt/media/image2.png" Id="R595d37c1f4bf44fa" /><Relationship Type="http://schemas.openxmlformats.org/officeDocument/2006/relationships/notesSlide" Target="/ppt/notesSlides/notesSlide4.xml" Id="Rc837e39c66f246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e3bccc549d4ea3" /><Relationship Type="http://schemas.openxmlformats.org/officeDocument/2006/relationships/image" Target="/ppt/media/image3.png" Id="R70f843935be24997" /><Relationship Type="http://schemas.openxmlformats.org/officeDocument/2006/relationships/notesSlide" Target="/ppt/notesSlides/notesSlide5.xml" Id="Re4cd9354bacb45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c8d92dd4884d93" /><Relationship Type="http://schemas.openxmlformats.org/officeDocument/2006/relationships/image" Target="/ppt/media/image4.png" Id="R111d37be91094a7e" /><Relationship Type="http://schemas.openxmlformats.org/officeDocument/2006/relationships/notesSlide" Target="/ppt/notesSlides/notesSlide6.xml" Id="R4f2dfc95628b43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4f730869124baf" /><Relationship Type="http://schemas.openxmlformats.org/officeDocument/2006/relationships/image" Target="/ppt/media/image5.png" Id="Ra70b9489d09d44c1" /><Relationship Type="http://schemas.openxmlformats.org/officeDocument/2006/relationships/notesSlide" Target="/ppt/notesSlides/notesSlide7.xml" Id="R06b711e220714f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470a704f384d3b" /><Relationship Type="http://schemas.openxmlformats.org/officeDocument/2006/relationships/notesSlide" Target="/ppt/notesSlides/notesSlide8.xml" Id="R9b0f1f48f5d046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09a62f490e4e18" /><Relationship Type="http://schemas.openxmlformats.org/officeDocument/2006/relationships/image" Target="/ppt/media/image6.png" Id="Re74de215e4c04037" /><Relationship Type="http://schemas.openxmlformats.org/officeDocument/2006/relationships/notesSlide" Target="/ppt/notesSlides/notesSlide9.xml" Id="R4d756b553d624f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f1f3cc4f1e473b" /><Relationship Type="http://schemas.openxmlformats.org/officeDocument/2006/relationships/image" Target="/ppt/media/image7.png" Id="R04de52264ea94310" /><Relationship Type="http://schemas.openxmlformats.org/officeDocument/2006/relationships/notesSlide" Target="/ppt/notesSlides/notesSlide10.xml" Id="Rb832006cd5a544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0077db407040ee" /><Relationship Type="http://schemas.openxmlformats.org/officeDocument/2006/relationships/image" Target="/ppt/media/image8.png" Id="R1fded3a252e047ef" /><Relationship Type="http://schemas.openxmlformats.org/officeDocument/2006/relationships/notesSlide" Target="/ppt/notesSlides/notesSlide11.xml" Id="R4b97838050634a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77713c2d4b411b" /><Relationship Type="http://schemas.openxmlformats.org/officeDocument/2006/relationships/image" Target="/ppt/media/image9.png" Id="R148b890483684428" /><Relationship Type="http://schemas.openxmlformats.org/officeDocument/2006/relationships/notesSlide" Target="/ppt/notesSlides/notesSlide12.xml" Id="R386522f51db042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e8d3bb357a4d61" /><Relationship Type="http://schemas.openxmlformats.org/officeDocument/2006/relationships/image" Target="/ppt/media/image10.png" Id="Rc4fbea4ee4ae4094" /><Relationship Type="http://schemas.openxmlformats.org/officeDocument/2006/relationships/notesSlide" Target="/ppt/notesSlides/notesSlide13.xml" Id="R4825a3c3b41943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44fec452144129" /><Relationship Type="http://schemas.openxmlformats.org/officeDocument/2006/relationships/notesSlide" Target="/ppt/notesSlides/notesSlide14.xml" Id="R4b21a04b34274fc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d3fa71576c4341" /><Relationship Type="http://schemas.openxmlformats.org/officeDocument/2006/relationships/image" Target="/ppt/media/image11.png" Id="Rb4b3dc9940df43d4" /><Relationship Type="http://schemas.openxmlformats.org/officeDocument/2006/relationships/notesSlide" Target="/ppt/notesSlides/notesSlide15.xml" Id="Re0caca5f9a4a4d8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47b06e95674dcb" /><Relationship Type="http://schemas.openxmlformats.org/officeDocument/2006/relationships/notesSlide" Target="/ppt/notesSlides/notesSlide16.xml" Id="R6f532896f1ac4f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d56007ab144e1b" /><Relationship Type="http://schemas.openxmlformats.org/officeDocument/2006/relationships/notesSlide" Target="/ppt/notesSlides/notesSlide17.xml" Id="R94394a755ed34b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6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ED593-3CD5-412C-B715-42E2950B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9CCD9"/>
                </a:solidFill>
              </a:defRPr>
            </a:defPPr>
            <a:lvl1pPr>
              <a:buNone/>
              <a:defRPr sz="1800" b="0">
                <a:solidFill>
                  <a:srgbClr val="B9CCD9"/>
                </a:solidFill>
              </a:defRPr>
            </a:lvl1pPr>
            <a:lvl2pPr>
              <a:buNone/>
              <a:defRPr sz="1800" b="0">
                <a:solidFill>
                  <a:srgbClr val="B9CCD9"/>
                </a:solidFill>
              </a:defRPr>
            </a:lvl2pPr>
            <a:lvl3pPr>
              <a:buNone/>
              <a:defRPr sz="1800" b="0">
                <a:solidFill>
                  <a:srgbClr val="B9CCD9"/>
                </a:solidFill>
              </a:defRPr>
            </a:lvl3pPr>
            <a:lvl4pPr>
              <a:buNone/>
              <a:defRPr sz="1800" b="0">
                <a:solidFill>
                  <a:srgbClr val="B9CCD9"/>
                </a:solidFill>
              </a:defRPr>
            </a:lvl4pPr>
            <a:lvl5pPr>
              <a:buNone/>
              <a:defRPr sz="1800" b="0">
                <a:solidFill>
                  <a:srgbClr val="B9CCD9"/>
                </a:solidFill>
              </a:defRPr>
            </a:lvl5pPr>
            <a:lvl6pPr>
              <a:buNone/>
              <a:defRPr sz="1800" b="0">
                <a:solidFill>
                  <a:srgbClr val="B9CCD9"/>
                </a:solidFill>
              </a:defRPr>
            </a:lvl6pPr>
            <a:lvl7pPr>
              <a:buNone/>
              <a:defRPr sz="1800" b="0">
                <a:solidFill>
                  <a:srgbClr val="B9CCD9"/>
                </a:solidFill>
              </a:defRPr>
            </a:lvl7pPr>
            <a:lvl8pPr>
              <a:buNone/>
              <a:defRPr sz="1800" b="0">
                <a:solidFill>
                  <a:srgbClr val="B9CCD9"/>
                </a:solidFill>
              </a:defRPr>
            </a:lvl8pPr>
            <a:lvl9pPr>
              <a:buNone/>
              <a:defRPr sz="1800" b="0">
                <a:solidFill>
                  <a:srgbClr val="B9CCD9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B9CCD9"/>
                </a:solidFill>
              </a:defRPr>
            </a:pPr>
            <a:r>
              <a:rPr sz="1800" b="0">
                <a:solidFill>
                  <a:srgbClr val="B9CCD9"/>
                </a:solidFill>
              </a:rPr>
              <a:t>DEVOPS FINAL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A3DE1-DA1D-4317-A3B0-02839325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0" b="1">
                <a:solidFill>
                  <a:srgbClr val="FFFFFF"/>
                </a:solidFill>
              </a:defRPr>
            </a:defPPr>
            <a:lvl1pPr>
              <a:buNone/>
              <a:defRPr sz="5250" b="1">
                <a:solidFill>
                  <a:srgbClr val="FFFFFF"/>
                </a:solidFill>
              </a:defRPr>
            </a:lvl1pPr>
            <a:lvl2pPr>
              <a:buNone/>
              <a:defRPr sz="5250" b="1">
                <a:solidFill>
                  <a:srgbClr val="FFFFFF"/>
                </a:solidFill>
              </a:defRPr>
            </a:lvl2pPr>
            <a:lvl3pPr>
              <a:buNone/>
              <a:defRPr sz="5250" b="1">
                <a:solidFill>
                  <a:srgbClr val="FFFFFF"/>
                </a:solidFill>
              </a:defRPr>
            </a:lvl3pPr>
            <a:lvl4pPr>
              <a:buNone/>
              <a:defRPr sz="5250" b="1">
                <a:solidFill>
                  <a:srgbClr val="FFFFFF"/>
                </a:solidFill>
              </a:defRPr>
            </a:lvl4pPr>
            <a:lvl5pPr>
              <a:buNone/>
              <a:defRPr sz="5250" b="1">
                <a:solidFill>
                  <a:srgbClr val="FFFFFF"/>
                </a:solidFill>
              </a:defRPr>
            </a:lvl5pPr>
            <a:lvl6pPr>
              <a:buNone/>
              <a:defRPr sz="5250" b="1">
                <a:solidFill>
                  <a:srgbClr val="FFFFFF"/>
                </a:solidFill>
              </a:defRPr>
            </a:lvl6pPr>
            <a:lvl7pPr>
              <a:buNone/>
              <a:defRPr sz="5250" b="1">
                <a:solidFill>
                  <a:srgbClr val="FFFFFF"/>
                </a:solidFill>
              </a:defRPr>
            </a:lvl7pPr>
            <a:lvl8pPr>
              <a:buNone/>
              <a:defRPr sz="5250" b="1">
                <a:solidFill>
                  <a:srgbClr val="FFFFFF"/>
                </a:solidFill>
              </a:defRPr>
            </a:lvl8pPr>
            <a:lvl9pPr>
              <a:buNone/>
              <a:defRPr sz="5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Homework Tracker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D2528-E3C8-451E-B3FF-AB8C9E72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</a:defRPr>
            </a:defPPr>
            <a:lvl1pPr>
              <a:buNone/>
              <a:defRPr sz="2250" b="0">
                <a:solidFill>
                  <a:srgbClr val="FFFFFF"/>
                </a:solidFill>
              </a:defRPr>
            </a:lvl1pPr>
            <a:lvl2pPr>
              <a:buNone/>
              <a:defRPr sz="2250" b="0">
                <a:solidFill>
                  <a:srgbClr val="FFFFFF"/>
                </a:solidFill>
              </a:defRPr>
            </a:lvl2pPr>
            <a:lvl3pPr>
              <a:buNone/>
              <a:defRPr sz="2250" b="0">
                <a:solidFill>
                  <a:srgbClr val="FFFFFF"/>
                </a:solidFill>
              </a:defRPr>
            </a:lvl3pPr>
            <a:lvl4pPr>
              <a:buNone/>
              <a:defRPr sz="2250" b="0">
                <a:solidFill>
                  <a:srgbClr val="FFFFFF"/>
                </a:solidFill>
              </a:defRPr>
            </a:lvl4pPr>
            <a:lvl5pPr>
              <a:buNone/>
              <a:defRPr sz="2250" b="0">
                <a:solidFill>
                  <a:srgbClr val="FFFFFF"/>
                </a:solidFill>
              </a:defRPr>
            </a:lvl5pPr>
            <a:lvl6pPr>
              <a:buNone/>
              <a:defRPr sz="2250" b="0">
                <a:solidFill>
                  <a:srgbClr val="FFFFFF"/>
                </a:solidFill>
              </a:defRPr>
            </a:lvl6pPr>
            <a:lvl7pPr>
              <a:buNone/>
              <a:defRPr sz="2250" b="0">
                <a:solidFill>
                  <a:srgbClr val="FFFFFF"/>
                </a:solidFill>
              </a:defRPr>
            </a:lvl7pPr>
            <a:lvl8pPr>
              <a:buNone/>
              <a:defRPr sz="2250" b="0">
                <a:solidFill>
                  <a:srgbClr val="FFFFFF"/>
                </a:solidFill>
              </a:defRPr>
            </a:lvl8pPr>
            <a:lvl9pPr>
              <a:buNone/>
              <a:defRPr sz="22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Kartik Jangid</a:t>
            </a:r>
          </a:p>
          <a:p xmlns:a="http://schemas.openxmlformats.org/drawingml/2006/main">
            <a:pPr>
              <a:buNone/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React, FastAPI and PostgreSQL</a:t>
            </a:r>
          </a:p>
          <a:p xmlns:a="http://schemas.openxmlformats.org/drawingml/2006/main">
            <a:pPr>
              <a:buNone/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Azure deployment with K3s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05476-0863-476A-9DF6-26B06B82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9CCD9"/>
                </a:solidFill>
              </a:defRPr>
            </a:defPPr>
            <a:lvl1pPr>
              <a:buNone/>
              <a:defRPr sz="1200" b="0">
                <a:solidFill>
                  <a:srgbClr val="B9CCD9"/>
                </a:solidFill>
              </a:defRPr>
            </a:lvl1pPr>
            <a:lvl2pPr>
              <a:buNone/>
              <a:defRPr sz="1200" b="0">
                <a:solidFill>
                  <a:srgbClr val="B9CCD9"/>
                </a:solidFill>
              </a:defRPr>
            </a:lvl2pPr>
            <a:lvl3pPr>
              <a:buNone/>
              <a:defRPr sz="1200" b="0">
                <a:solidFill>
                  <a:srgbClr val="B9CCD9"/>
                </a:solidFill>
              </a:defRPr>
            </a:lvl3pPr>
            <a:lvl4pPr>
              <a:buNone/>
              <a:defRPr sz="1200" b="0">
                <a:solidFill>
                  <a:srgbClr val="B9CCD9"/>
                </a:solidFill>
              </a:defRPr>
            </a:lvl4pPr>
            <a:lvl5pPr>
              <a:buNone/>
              <a:defRPr sz="1200" b="0">
                <a:solidFill>
                  <a:srgbClr val="B9CCD9"/>
                </a:solidFill>
              </a:defRPr>
            </a:lvl5pPr>
            <a:lvl6pPr>
              <a:buNone/>
              <a:defRPr sz="1200" b="0">
                <a:solidFill>
                  <a:srgbClr val="B9CCD9"/>
                </a:solidFill>
              </a:defRPr>
            </a:lvl6pPr>
            <a:lvl7pPr>
              <a:buNone/>
              <a:defRPr sz="1200" b="0">
                <a:solidFill>
                  <a:srgbClr val="B9CCD9"/>
                </a:solidFill>
              </a:defRPr>
            </a:lvl7pPr>
            <a:lvl8pPr>
              <a:buNone/>
              <a:defRPr sz="1200" b="0">
                <a:solidFill>
                  <a:srgbClr val="B9CCD9"/>
                </a:solidFill>
              </a:defRPr>
            </a:lvl8pPr>
            <a:lvl9pPr>
              <a:buNone/>
              <a:defRPr sz="1200" b="0">
                <a:solidFill>
                  <a:srgbClr val="B9CCD9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B9CCD9"/>
                </a:solidFill>
              </a:defRPr>
            </a:pPr>
            <a:r>
              <a:rPr sz="1200" b="0">
                <a:solidFill>
                  <a:srgbClr val="B9CCD9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824063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5DFCA-28A5-4125-A4D7-04A3C565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641"/>
                </a:solidFill>
              </a:defRPr>
            </a:defPPr>
            <a:lvl1pPr>
              <a:buNone/>
              <a:defRPr sz="3300" b="1">
                <a:solidFill>
                  <a:srgbClr val="122641"/>
                </a:solidFill>
              </a:defRPr>
            </a:lvl1pPr>
            <a:lvl2pPr>
              <a:buNone/>
              <a:defRPr sz="3300" b="1">
                <a:solidFill>
                  <a:srgbClr val="122641"/>
                </a:solidFill>
              </a:defRPr>
            </a:lvl2pPr>
            <a:lvl3pPr>
              <a:buNone/>
              <a:defRPr sz="3300" b="1">
                <a:solidFill>
                  <a:srgbClr val="122641"/>
                </a:solidFill>
              </a:defRPr>
            </a:lvl3pPr>
            <a:lvl4pPr>
              <a:buNone/>
              <a:defRPr sz="3300" b="1">
                <a:solidFill>
                  <a:srgbClr val="122641"/>
                </a:solidFill>
              </a:defRPr>
            </a:lvl4pPr>
            <a:lvl5pPr>
              <a:buNone/>
              <a:defRPr sz="3300" b="1">
                <a:solidFill>
                  <a:srgbClr val="122641"/>
                </a:solidFill>
              </a:defRPr>
            </a:lvl5pPr>
            <a:lvl6pPr>
              <a:buNone/>
              <a:defRPr sz="3300" b="1">
                <a:solidFill>
                  <a:srgbClr val="122641"/>
                </a:solidFill>
              </a:defRPr>
            </a:lvl6pPr>
            <a:lvl7pPr>
              <a:buNone/>
              <a:defRPr sz="3300" b="1">
                <a:solidFill>
                  <a:srgbClr val="122641"/>
                </a:solidFill>
              </a:defRPr>
            </a:lvl7pPr>
            <a:lvl8pPr>
              <a:buNone/>
              <a:defRPr sz="3300" b="1">
                <a:solidFill>
                  <a:srgbClr val="122641"/>
                </a:solidFill>
              </a:defRPr>
            </a:lvl8pPr>
            <a:lvl9pPr>
              <a:buNone/>
              <a:defRPr sz="3300" b="1">
                <a:solidFill>
                  <a:srgbClr val="122641"/>
                </a:solidFill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641"/>
                </a:solidFill>
              </a:defRPr>
            </a:pPr>
            <a:r>
              <a:rPr sz="3300" b="1">
                <a:solidFill>
                  <a:srgbClr val="122641"/>
                </a:solidFill>
              </a:rPr>
              <a:t>The application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32CD1-FA0A-437F-9B8C-F2B9AEA1D5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a3846701f4931"/>
          <a:stretch xmlns:a="http://schemas.openxmlformats.org/drawingml/2006/main"/>
        </p:blipFill>
        <p:spPr>
          <a:xfrm xmlns:a="http://schemas.openxmlformats.org/drawingml/2006/main">
            <a:off x="826558" y="1381125"/>
            <a:ext cx="7186083" cy="46196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E6B37-40AD-4268-AC19-B22646E7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240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Assignments for Sessions 1–21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70BA4-3F84-4496-AC74-ABC54013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955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Deadline, assignee and priority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4EF44-11A3-4B44-ABE8-6215B972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671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Create, edit, filter and track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FF24B-FED3-4145-AE6A-B2919A52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77A"/>
                </a:solidFill>
              </a:defRPr>
            </a:defPPr>
            <a:lvl1pPr>
              <a:buNone/>
              <a:defRPr sz="1275" b="0">
                <a:solidFill>
                  <a:srgbClr val="5B677A"/>
                </a:solidFill>
              </a:defRPr>
            </a:lvl1pPr>
            <a:lvl2pPr>
              <a:buNone/>
              <a:defRPr sz="1275" b="0">
                <a:solidFill>
                  <a:srgbClr val="5B677A"/>
                </a:solidFill>
              </a:defRPr>
            </a:lvl2pPr>
            <a:lvl3pPr>
              <a:buNone/>
              <a:defRPr sz="1275" b="0">
                <a:solidFill>
                  <a:srgbClr val="5B677A"/>
                </a:solidFill>
              </a:defRPr>
            </a:lvl3pPr>
            <a:lvl4pPr>
              <a:buNone/>
              <a:defRPr sz="1275" b="0">
                <a:solidFill>
                  <a:srgbClr val="5B677A"/>
                </a:solidFill>
              </a:defRPr>
            </a:lvl4pPr>
            <a:lvl5pPr>
              <a:buNone/>
              <a:defRPr sz="1275" b="0">
                <a:solidFill>
                  <a:srgbClr val="5B677A"/>
                </a:solidFill>
              </a:defRPr>
            </a:lvl5pPr>
            <a:lvl6pPr>
              <a:buNone/>
              <a:defRPr sz="1275" b="0">
                <a:solidFill>
                  <a:srgbClr val="5B677A"/>
                </a:solidFill>
              </a:defRPr>
            </a:lvl6pPr>
            <a:lvl7pPr>
              <a:buNone/>
              <a:defRPr sz="1275" b="0">
                <a:solidFill>
                  <a:srgbClr val="5B677A"/>
                </a:solidFill>
              </a:defRPr>
            </a:lvl7pPr>
            <a:lvl8pPr>
              <a:buNone/>
              <a:defRPr sz="1275" b="0">
                <a:solidFill>
                  <a:srgbClr val="5B677A"/>
                </a:solidFill>
              </a:defRPr>
            </a:lvl8pPr>
            <a:lvl9pPr>
              <a:buNone/>
              <a:defRPr sz="1275" b="0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B677A"/>
                </a:solidFill>
              </a:defRPr>
            </a:pPr>
            <a:r>
              <a:rPr sz="1275" b="0">
                <a:solidFill>
                  <a:srgbClr val="5B677A"/>
                </a:solidFill>
              </a:rPr>
              <a:t>Application after the Azure upgrade,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35A2D-4D90-4302-8463-6BDD0B15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085"/>
                </a:solidFill>
              </a:defRPr>
            </a:defPPr>
            <a:lvl1pPr>
              <a:buNone/>
              <a:defRPr sz="1200" b="0">
                <a:solidFill>
                  <a:srgbClr val="667085"/>
                </a:solidFill>
              </a:defRPr>
            </a:lvl1pPr>
            <a:lvl2pPr>
              <a:buNone/>
              <a:defRPr sz="1200" b="0">
                <a:solidFill>
                  <a:srgbClr val="667085"/>
                </a:solidFill>
              </a:defRPr>
            </a:lvl2pPr>
            <a:lvl3pPr>
              <a:buNone/>
              <a:defRPr sz="1200" b="0">
                <a:solidFill>
                  <a:srgbClr val="667085"/>
                </a:solidFill>
              </a:defRPr>
            </a:lvl3pPr>
            <a:lvl4pPr>
              <a:buNone/>
              <a:defRPr sz="1200" b="0">
                <a:solidFill>
                  <a:srgbClr val="667085"/>
                </a:solidFill>
              </a:defRPr>
            </a:lvl4pPr>
            <a:lvl5pPr>
              <a:buNone/>
              <a:defRPr sz="1200" b="0">
                <a:solidFill>
                  <a:srgbClr val="667085"/>
                </a:solidFill>
              </a:defRPr>
            </a:lvl5pPr>
            <a:lvl6pPr>
              <a:buNone/>
              <a:defRPr sz="1200" b="0">
                <a:solidFill>
                  <a:srgbClr val="667085"/>
                </a:solidFill>
              </a:defRPr>
            </a:lvl6pPr>
            <a:lvl7pPr>
              <a:buNone/>
              <a:defRPr sz="1200" b="0">
                <a:solidFill>
                  <a:srgbClr val="667085"/>
                </a:solidFill>
              </a:defRPr>
            </a:lvl7pPr>
            <a:lvl8pPr>
              <a:buNone/>
              <a:defRPr sz="1200" b="0">
                <a:solidFill>
                  <a:srgbClr val="667085"/>
                </a:solidFill>
              </a:defRPr>
            </a:lvl8pPr>
            <a:lvl9pPr>
              <a:buNone/>
              <a:defRPr sz="12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742708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EF114D-5ACB-48A5-B44E-EA30AFFFE808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496300" y="38385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C85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CF63ED-91BB-43AA-83AE-1B7ACC74D8E6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600700" y="38385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C85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2561D-F6B0-401A-A812-D9100B8AC807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05100" y="38385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C85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31DCB-E6D8-41F1-B2EC-7C0D0F8AF88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496300" y="21240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C85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C4A90-A2ED-4A34-9F0B-2B1EA247359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600700" y="21240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C85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64AF8-F1A7-432E-B643-4C522E70DEAD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705100" y="21240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C85"/>
            </a:solidFill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F1D50A-C919-4051-BDD8-6B48E30E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641"/>
                </a:solidFill>
              </a:defRPr>
            </a:defPPr>
            <a:lvl1pPr>
              <a:buNone/>
              <a:defRPr sz="3300" b="1">
                <a:solidFill>
                  <a:srgbClr val="122641"/>
                </a:solidFill>
              </a:defRPr>
            </a:lvl1pPr>
            <a:lvl2pPr>
              <a:buNone/>
              <a:defRPr sz="3300" b="1">
                <a:solidFill>
                  <a:srgbClr val="122641"/>
                </a:solidFill>
              </a:defRPr>
            </a:lvl2pPr>
            <a:lvl3pPr>
              <a:buNone/>
              <a:defRPr sz="3300" b="1">
                <a:solidFill>
                  <a:srgbClr val="122641"/>
                </a:solidFill>
              </a:defRPr>
            </a:lvl3pPr>
            <a:lvl4pPr>
              <a:buNone/>
              <a:defRPr sz="3300" b="1">
                <a:solidFill>
                  <a:srgbClr val="122641"/>
                </a:solidFill>
              </a:defRPr>
            </a:lvl4pPr>
            <a:lvl5pPr>
              <a:buNone/>
              <a:defRPr sz="3300" b="1">
                <a:solidFill>
                  <a:srgbClr val="122641"/>
                </a:solidFill>
              </a:defRPr>
            </a:lvl5pPr>
            <a:lvl6pPr>
              <a:buNone/>
              <a:defRPr sz="3300" b="1">
                <a:solidFill>
                  <a:srgbClr val="122641"/>
                </a:solidFill>
              </a:defRPr>
            </a:lvl6pPr>
            <a:lvl7pPr>
              <a:buNone/>
              <a:defRPr sz="3300" b="1">
                <a:solidFill>
                  <a:srgbClr val="122641"/>
                </a:solidFill>
              </a:defRPr>
            </a:lvl7pPr>
            <a:lvl8pPr>
              <a:buNone/>
              <a:defRPr sz="3300" b="1">
                <a:solidFill>
                  <a:srgbClr val="122641"/>
                </a:solidFill>
              </a:defRPr>
            </a:lvl8pPr>
            <a:lvl9pPr>
              <a:buNone/>
              <a:defRPr sz="3300" b="1">
                <a:solidFill>
                  <a:srgbClr val="122641"/>
                </a:solidFill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641"/>
                </a:solidFill>
              </a:defRPr>
            </a:pPr>
            <a:r>
              <a:rPr sz="3300" b="1">
                <a:solidFill>
                  <a:srgbClr val="122641"/>
                </a:solidFill>
              </a:rPr>
              <a:t>Application and delivery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1CF98-BACE-4224-A6C4-29A04A06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2B4D"/>
                </a:solidFill>
              </a:defRPr>
            </a:defPPr>
            <a:lvl1pPr>
              <a:buNone/>
              <a:defRPr sz="1950" b="1">
                <a:solidFill>
                  <a:srgbClr val="172B4D"/>
                </a:solidFill>
              </a:defRPr>
            </a:lvl1pPr>
            <a:lvl2pPr>
              <a:buNone/>
              <a:defRPr sz="1950" b="1">
                <a:solidFill>
                  <a:srgbClr val="172B4D"/>
                </a:solidFill>
              </a:defRPr>
            </a:lvl2pPr>
            <a:lvl3pPr>
              <a:buNone/>
              <a:defRPr sz="1950" b="1">
                <a:solidFill>
                  <a:srgbClr val="172B4D"/>
                </a:solidFill>
              </a:defRPr>
            </a:lvl3pPr>
            <a:lvl4pPr>
              <a:buNone/>
              <a:defRPr sz="1950" b="1">
                <a:solidFill>
                  <a:srgbClr val="172B4D"/>
                </a:solidFill>
              </a:defRPr>
            </a:lvl4pPr>
            <a:lvl5pPr>
              <a:buNone/>
              <a:defRPr sz="1950" b="1">
                <a:solidFill>
                  <a:srgbClr val="172B4D"/>
                </a:solidFill>
              </a:defRPr>
            </a:lvl5pPr>
            <a:lvl6pPr>
              <a:buNone/>
              <a:defRPr sz="1950" b="1">
                <a:solidFill>
                  <a:srgbClr val="172B4D"/>
                </a:solidFill>
              </a:defRPr>
            </a:lvl6pPr>
            <a:lvl7pPr>
              <a:buNone/>
              <a:defRPr sz="1950" b="1">
                <a:solidFill>
                  <a:srgbClr val="172B4D"/>
                </a:solidFill>
              </a:defRPr>
            </a:lvl7pPr>
            <a:lvl8pPr>
              <a:buNone/>
              <a:defRPr sz="1950" b="1">
                <a:solidFill>
                  <a:srgbClr val="172B4D"/>
                </a:solidFill>
              </a:defRPr>
            </a:lvl8pPr>
            <a:lvl9pPr>
              <a:buNone/>
              <a:defRPr sz="195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72B4D"/>
                </a:solidFill>
              </a:defRPr>
            </a:pPr>
            <a:r>
              <a:rPr sz="1950" b="1">
                <a:solidFill>
                  <a:srgbClr val="172B4D"/>
                </a:solidFill>
              </a:rPr>
              <a:t>Release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0D984-A337-4007-8D9B-288A1DD1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93A4B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2B4D"/>
                </a:solidFill>
              </a:defRPr>
            </a:defPPr>
            <a:lvl1pPr algn="ctr">
              <a:buNone/>
              <a:defRPr sz="1800">
                <a:solidFill>
                  <a:srgbClr val="172B4D"/>
                </a:solidFill>
              </a:defRPr>
            </a:lvl1pPr>
            <a:lvl2pPr algn="ctr">
              <a:buNone/>
              <a:defRPr sz="1800">
                <a:solidFill>
                  <a:srgbClr val="172B4D"/>
                </a:solidFill>
              </a:defRPr>
            </a:lvl2pPr>
            <a:lvl3pPr algn="ctr">
              <a:buNone/>
              <a:defRPr sz="1800">
                <a:solidFill>
                  <a:srgbClr val="172B4D"/>
                </a:solidFill>
              </a:defRPr>
            </a:lvl3pPr>
            <a:lvl4pPr algn="ctr">
              <a:buNone/>
              <a:defRPr sz="1800">
                <a:solidFill>
                  <a:srgbClr val="172B4D"/>
                </a:solidFill>
              </a:defRPr>
            </a:lvl4pPr>
            <a:lvl5pPr algn="ctr">
              <a:buNone/>
              <a:defRPr sz="1800">
                <a:solidFill>
                  <a:srgbClr val="172B4D"/>
                </a:solidFill>
              </a:defRPr>
            </a:lvl5pPr>
            <a:lvl6pPr algn="ctr">
              <a:buNone/>
              <a:defRPr sz="1800">
                <a:solidFill>
                  <a:srgbClr val="172B4D"/>
                </a:solidFill>
              </a:defRPr>
            </a:lvl6pPr>
            <a:lvl7pPr algn="ctr">
              <a:buNone/>
              <a:defRPr sz="1800">
                <a:solidFill>
                  <a:srgbClr val="172B4D"/>
                </a:solidFill>
              </a:defRPr>
            </a:lvl7pPr>
            <a:lvl8pPr algn="ctr">
              <a:buNone/>
              <a:defRPr sz="1800">
                <a:solidFill>
                  <a:srgbClr val="172B4D"/>
                </a:solidFill>
              </a:defRPr>
            </a:lvl8pPr>
            <a:lvl9pPr algn="ctr">
              <a:buNone/>
              <a:defRPr sz="180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172B4D"/>
                </a:solidFill>
              </a:defRPr>
            </a:pPr>
            <a:r>
              <a:rPr sz="1800">
                <a:solidFill>
                  <a:srgbClr val="172B4D"/>
                </a:solidFill>
              </a:rPr>
              <a:t>GitHub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C84B4-C4B1-44CB-8BA5-2AB29EA1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097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93A4B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2B4D"/>
                </a:solidFill>
              </a:defRPr>
            </a:defPPr>
            <a:lvl1pPr algn="ctr">
              <a:buNone/>
              <a:defRPr sz="1800">
                <a:solidFill>
                  <a:srgbClr val="172B4D"/>
                </a:solidFill>
              </a:defRPr>
            </a:lvl1pPr>
            <a:lvl2pPr algn="ctr">
              <a:buNone/>
              <a:defRPr sz="1800">
                <a:solidFill>
                  <a:srgbClr val="172B4D"/>
                </a:solidFill>
              </a:defRPr>
            </a:lvl2pPr>
            <a:lvl3pPr algn="ctr">
              <a:buNone/>
              <a:defRPr sz="1800">
                <a:solidFill>
                  <a:srgbClr val="172B4D"/>
                </a:solidFill>
              </a:defRPr>
            </a:lvl3pPr>
            <a:lvl4pPr algn="ctr">
              <a:buNone/>
              <a:defRPr sz="1800">
                <a:solidFill>
                  <a:srgbClr val="172B4D"/>
                </a:solidFill>
              </a:defRPr>
            </a:lvl4pPr>
            <a:lvl5pPr algn="ctr">
              <a:buNone/>
              <a:defRPr sz="1800">
                <a:solidFill>
                  <a:srgbClr val="172B4D"/>
                </a:solidFill>
              </a:defRPr>
            </a:lvl5pPr>
            <a:lvl6pPr algn="ctr">
              <a:buNone/>
              <a:defRPr sz="1800">
                <a:solidFill>
                  <a:srgbClr val="172B4D"/>
                </a:solidFill>
              </a:defRPr>
            </a:lvl6pPr>
            <a:lvl7pPr algn="ctr">
              <a:buNone/>
              <a:defRPr sz="1800">
                <a:solidFill>
                  <a:srgbClr val="172B4D"/>
                </a:solidFill>
              </a:defRPr>
            </a:lvl7pPr>
            <a:lvl8pPr algn="ctr">
              <a:buNone/>
              <a:defRPr sz="1800">
                <a:solidFill>
                  <a:srgbClr val="172B4D"/>
                </a:solidFill>
              </a:defRPr>
            </a:lvl8pPr>
            <a:lvl9pPr algn="ctr">
              <a:buNone/>
              <a:defRPr sz="180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172B4D"/>
                </a:solidFill>
              </a:defRPr>
            </a:pPr>
            <a:r>
              <a:rPr sz="1800">
                <a:solidFill>
                  <a:srgbClr val="172B4D"/>
                </a:solidFill>
              </a:rPr>
              <a:t>Actions + gates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603AC-453E-4F3E-962F-56DDCFF4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93A4B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2B4D"/>
                </a:solidFill>
              </a:defRPr>
            </a:defPPr>
            <a:lvl1pPr algn="ctr">
              <a:buNone/>
              <a:defRPr sz="1800">
                <a:solidFill>
                  <a:srgbClr val="172B4D"/>
                </a:solidFill>
              </a:defRPr>
            </a:lvl1pPr>
            <a:lvl2pPr algn="ctr">
              <a:buNone/>
              <a:defRPr sz="1800">
                <a:solidFill>
                  <a:srgbClr val="172B4D"/>
                </a:solidFill>
              </a:defRPr>
            </a:lvl2pPr>
            <a:lvl3pPr algn="ctr">
              <a:buNone/>
              <a:defRPr sz="1800">
                <a:solidFill>
                  <a:srgbClr val="172B4D"/>
                </a:solidFill>
              </a:defRPr>
            </a:lvl3pPr>
            <a:lvl4pPr algn="ctr">
              <a:buNone/>
              <a:defRPr sz="1800">
                <a:solidFill>
                  <a:srgbClr val="172B4D"/>
                </a:solidFill>
              </a:defRPr>
            </a:lvl4pPr>
            <a:lvl5pPr algn="ctr">
              <a:buNone/>
              <a:defRPr sz="1800">
                <a:solidFill>
                  <a:srgbClr val="172B4D"/>
                </a:solidFill>
              </a:defRPr>
            </a:lvl5pPr>
            <a:lvl6pPr algn="ctr">
              <a:buNone/>
              <a:defRPr sz="1800">
                <a:solidFill>
                  <a:srgbClr val="172B4D"/>
                </a:solidFill>
              </a:defRPr>
            </a:lvl6pPr>
            <a:lvl7pPr algn="ctr">
              <a:buNone/>
              <a:defRPr sz="1800">
                <a:solidFill>
                  <a:srgbClr val="172B4D"/>
                </a:solidFill>
              </a:defRPr>
            </a:lvl7pPr>
            <a:lvl8pPr algn="ctr">
              <a:buNone/>
              <a:defRPr sz="1800">
                <a:solidFill>
                  <a:srgbClr val="172B4D"/>
                </a:solidFill>
              </a:defRPr>
            </a:lvl8pPr>
            <a:lvl9pPr algn="ctr">
              <a:buNone/>
              <a:defRPr sz="180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172B4D"/>
                </a:solidFill>
              </a:defRPr>
            </a:pPr>
            <a:r>
              <a:rPr sz="1800">
                <a:solidFill>
                  <a:srgbClr val="172B4D"/>
                </a:solidFill>
              </a:rPr>
              <a:t>GHCR images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C97A8-AB07-4CE2-B556-F6E90837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097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93A4B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2B4D"/>
                </a:solidFill>
              </a:defRPr>
            </a:defPPr>
            <a:lvl1pPr algn="ctr">
              <a:buNone/>
              <a:defRPr sz="1800">
                <a:solidFill>
                  <a:srgbClr val="172B4D"/>
                </a:solidFill>
              </a:defRPr>
            </a:lvl1pPr>
            <a:lvl2pPr algn="ctr">
              <a:buNone/>
              <a:defRPr sz="1800">
                <a:solidFill>
                  <a:srgbClr val="172B4D"/>
                </a:solidFill>
              </a:defRPr>
            </a:lvl2pPr>
            <a:lvl3pPr algn="ctr">
              <a:buNone/>
              <a:defRPr sz="1800">
                <a:solidFill>
                  <a:srgbClr val="172B4D"/>
                </a:solidFill>
              </a:defRPr>
            </a:lvl3pPr>
            <a:lvl4pPr algn="ctr">
              <a:buNone/>
              <a:defRPr sz="1800">
                <a:solidFill>
                  <a:srgbClr val="172B4D"/>
                </a:solidFill>
              </a:defRPr>
            </a:lvl4pPr>
            <a:lvl5pPr algn="ctr">
              <a:buNone/>
              <a:defRPr sz="1800">
                <a:solidFill>
                  <a:srgbClr val="172B4D"/>
                </a:solidFill>
              </a:defRPr>
            </a:lvl5pPr>
            <a:lvl6pPr algn="ctr">
              <a:buNone/>
              <a:defRPr sz="1800">
                <a:solidFill>
                  <a:srgbClr val="172B4D"/>
                </a:solidFill>
              </a:defRPr>
            </a:lvl6pPr>
            <a:lvl7pPr algn="ctr">
              <a:buNone/>
              <a:defRPr sz="1800">
                <a:solidFill>
                  <a:srgbClr val="172B4D"/>
                </a:solidFill>
              </a:defRPr>
            </a:lvl7pPr>
            <a:lvl8pPr algn="ctr">
              <a:buNone/>
              <a:defRPr sz="1800">
                <a:solidFill>
                  <a:srgbClr val="172B4D"/>
                </a:solidFill>
              </a:defRPr>
            </a:lvl8pPr>
            <a:lvl9pPr algn="ctr">
              <a:buNone/>
              <a:defRPr sz="180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172B4D"/>
                </a:solidFill>
              </a:defRPr>
            </a:pPr>
            <a:r>
              <a:rPr sz="1800">
                <a:solidFill>
                  <a:srgbClr val="172B4D"/>
                </a:solidFill>
              </a:rPr>
              <a:t>Helm on K3s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814D4-3710-4762-8F95-018DD6C4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03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2B4D"/>
                </a:solidFill>
              </a:defRPr>
            </a:defPPr>
            <a:lvl1pPr>
              <a:buNone/>
              <a:defRPr sz="1950" b="1">
                <a:solidFill>
                  <a:srgbClr val="172B4D"/>
                </a:solidFill>
              </a:defRPr>
            </a:lvl1pPr>
            <a:lvl2pPr>
              <a:buNone/>
              <a:defRPr sz="1950" b="1">
                <a:solidFill>
                  <a:srgbClr val="172B4D"/>
                </a:solidFill>
              </a:defRPr>
            </a:lvl2pPr>
            <a:lvl3pPr>
              <a:buNone/>
              <a:defRPr sz="1950" b="1">
                <a:solidFill>
                  <a:srgbClr val="172B4D"/>
                </a:solidFill>
              </a:defRPr>
            </a:lvl3pPr>
            <a:lvl4pPr>
              <a:buNone/>
              <a:defRPr sz="1950" b="1">
                <a:solidFill>
                  <a:srgbClr val="172B4D"/>
                </a:solidFill>
              </a:defRPr>
            </a:lvl4pPr>
            <a:lvl5pPr>
              <a:buNone/>
              <a:defRPr sz="1950" b="1">
                <a:solidFill>
                  <a:srgbClr val="172B4D"/>
                </a:solidFill>
              </a:defRPr>
            </a:lvl5pPr>
            <a:lvl6pPr>
              <a:buNone/>
              <a:defRPr sz="1950" b="1">
                <a:solidFill>
                  <a:srgbClr val="172B4D"/>
                </a:solidFill>
              </a:defRPr>
            </a:lvl6pPr>
            <a:lvl7pPr>
              <a:buNone/>
              <a:defRPr sz="1950" b="1">
                <a:solidFill>
                  <a:srgbClr val="172B4D"/>
                </a:solidFill>
              </a:defRPr>
            </a:lvl7pPr>
            <a:lvl8pPr>
              <a:buNone/>
              <a:defRPr sz="1950" b="1">
                <a:solidFill>
                  <a:srgbClr val="172B4D"/>
                </a:solidFill>
              </a:defRPr>
            </a:lvl8pPr>
            <a:lvl9pPr>
              <a:buNone/>
              <a:defRPr sz="195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72B4D"/>
                </a:solidFill>
              </a:defRPr>
            </a:pPr>
            <a:r>
              <a:rPr sz="1950" b="1">
                <a:solidFill>
                  <a:srgbClr val="172B4D"/>
                </a:solidFill>
              </a:rPr>
              <a:t>Application requests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A9206-3D34-444E-933E-504559F2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93A4B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2B4D"/>
                </a:solidFill>
              </a:defRPr>
            </a:defPPr>
            <a:lvl1pPr algn="ctr">
              <a:buNone/>
              <a:defRPr sz="1800">
                <a:solidFill>
                  <a:srgbClr val="172B4D"/>
                </a:solidFill>
              </a:defRPr>
            </a:lvl1pPr>
            <a:lvl2pPr algn="ctr">
              <a:buNone/>
              <a:defRPr sz="1800">
                <a:solidFill>
                  <a:srgbClr val="172B4D"/>
                </a:solidFill>
              </a:defRPr>
            </a:lvl2pPr>
            <a:lvl3pPr algn="ctr">
              <a:buNone/>
              <a:defRPr sz="1800">
                <a:solidFill>
                  <a:srgbClr val="172B4D"/>
                </a:solidFill>
              </a:defRPr>
            </a:lvl3pPr>
            <a:lvl4pPr algn="ctr">
              <a:buNone/>
              <a:defRPr sz="1800">
                <a:solidFill>
                  <a:srgbClr val="172B4D"/>
                </a:solidFill>
              </a:defRPr>
            </a:lvl4pPr>
            <a:lvl5pPr algn="ctr">
              <a:buNone/>
              <a:defRPr sz="1800">
                <a:solidFill>
                  <a:srgbClr val="172B4D"/>
                </a:solidFill>
              </a:defRPr>
            </a:lvl5pPr>
            <a:lvl6pPr algn="ctr">
              <a:buNone/>
              <a:defRPr sz="1800">
                <a:solidFill>
                  <a:srgbClr val="172B4D"/>
                </a:solidFill>
              </a:defRPr>
            </a:lvl6pPr>
            <a:lvl7pPr algn="ctr">
              <a:buNone/>
              <a:defRPr sz="1800">
                <a:solidFill>
                  <a:srgbClr val="172B4D"/>
                </a:solidFill>
              </a:defRPr>
            </a:lvl7pPr>
            <a:lvl8pPr algn="ctr">
              <a:buNone/>
              <a:defRPr sz="1800">
                <a:solidFill>
                  <a:srgbClr val="172B4D"/>
                </a:solidFill>
              </a:defRPr>
            </a:lvl8pPr>
            <a:lvl9pPr algn="ctr">
              <a:buNone/>
              <a:defRPr sz="180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172B4D"/>
                </a:solidFill>
              </a:defRPr>
            </a:pPr>
            <a:r>
              <a:rPr sz="1800">
                <a:solidFill>
                  <a:srgbClr val="172B4D"/>
                </a:solidFill>
              </a:rPr>
              <a:t>Browser + Ingress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80F28-5CAD-490E-BDAB-3303FAAA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242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93A4B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2B4D"/>
                </a:solidFill>
              </a:defRPr>
            </a:defPPr>
            <a:lvl1pPr algn="ctr">
              <a:buNone/>
              <a:defRPr sz="1800">
                <a:solidFill>
                  <a:srgbClr val="172B4D"/>
                </a:solidFill>
              </a:defRPr>
            </a:lvl1pPr>
            <a:lvl2pPr algn="ctr">
              <a:buNone/>
              <a:defRPr sz="1800">
                <a:solidFill>
                  <a:srgbClr val="172B4D"/>
                </a:solidFill>
              </a:defRPr>
            </a:lvl2pPr>
            <a:lvl3pPr algn="ctr">
              <a:buNone/>
              <a:defRPr sz="1800">
                <a:solidFill>
                  <a:srgbClr val="172B4D"/>
                </a:solidFill>
              </a:defRPr>
            </a:lvl3pPr>
            <a:lvl4pPr algn="ctr">
              <a:buNone/>
              <a:defRPr sz="1800">
                <a:solidFill>
                  <a:srgbClr val="172B4D"/>
                </a:solidFill>
              </a:defRPr>
            </a:lvl4pPr>
            <a:lvl5pPr algn="ctr">
              <a:buNone/>
              <a:defRPr sz="1800">
                <a:solidFill>
                  <a:srgbClr val="172B4D"/>
                </a:solidFill>
              </a:defRPr>
            </a:lvl5pPr>
            <a:lvl6pPr algn="ctr">
              <a:buNone/>
              <a:defRPr sz="1800">
                <a:solidFill>
                  <a:srgbClr val="172B4D"/>
                </a:solidFill>
              </a:defRPr>
            </a:lvl6pPr>
            <a:lvl7pPr algn="ctr">
              <a:buNone/>
              <a:defRPr sz="1800">
                <a:solidFill>
                  <a:srgbClr val="172B4D"/>
                </a:solidFill>
              </a:defRPr>
            </a:lvl7pPr>
            <a:lvl8pPr algn="ctr">
              <a:buNone/>
              <a:defRPr sz="1800">
                <a:solidFill>
                  <a:srgbClr val="172B4D"/>
                </a:solidFill>
              </a:defRPr>
            </a:lvl8pPr>
            <a:lvl9pPr algn="ctr">
              <a:buNone/>
              <a:defRPr sz="180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172B4D"/>
                </a:solidFill>
              </a:defRPr>
            </a:pPr>
            <a:r>
              <a:rPr sz="1800">
                <a:solidFill>
                  <a:srgbClr val="172B4D"/>
                </a:solidFill>
              </a:rPr>
              <a:t>React / Nginx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00502-421D-4EBE-85A8-487DD48D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242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93A4B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2B4D"/>
                </a:solidFill>
              </a:defRPr>
            </a:defPPr>
            <a:lvl1pPr algn="ctr">
              <a:buNone/>
              <a:defRPr sz="1800">
                <a:solidFill>
                  <a:srgbClr val="172B4D"/>
                </a:solidFill>
              </a:defRPr>
            </a:lvl1pPr>
            <a:lvl2pPr algn="ctr">
              <a:buNone/>
              <a:defRPr sz="1800">
                <a:solidFill>
                  <a:srgbClr val="172B4D"/>
                </a:solidFill>
              </a:defRPr>
            </a:lvl2pPr>
            <a:lvl3pPr algn="ctr">
              <a:buNone/>
              <a:defRPr sz="1800">
                <a:solidFill>
                  <a:srgbClr val="172B4D"/>
                </a:solidFill>
              </a:defRPr>
            </a:lvl3pPr>
            <a:lvl4pPr algn="ctr">
              <a:buNone/>
              <a:defRPr sz="1800">
                <a:solidFill>
                  <a:srgbClr val="172B4D"/>
                </a:solidFill>
              </a:defRPr>
            </a:lvl4pPr>
            <a:lvl5pPr algn="ctr">
              <a:buNone/>
              <a:defRPr sz="1800">
                <a:solidFill>
                  <a:srgbClr val="172B4D"/>
                </a:solidFill>
              </a:defRPr>
            </a:lvl5pPr>
            <a:lvl6pPr algn="ctr">
              <a:buNone/>
              <a:defRPr sz="1800">
                <a:solidFill>
                  <a:srgbClr val="172B4D"/>
                </a:solidFill>
              </a:defRPr>
            </a:lvl6pPr>
            <a:lvl7pPr algn="ctr">
              <a:buNone/>
              <a:defRPr sz="1800">
                <a:solidFill>
                  <a:srgbClr val="172B4D"/>
                </a:solidFill>
              </a:defRPr>
            </a:lvl7pPr>
            <a:lvl8pPr algn="ctr">
              <a:buNone/>
              <a:defRPr sz="1800">
                <a:solidFill>
                  <a:srgbClr val="172B4D"/>
                </a:solidFill>
              </a:defRPr>
            </a:lvl8pPr>
            <a:lvl9pPr algn="ctr">
              <a:buNone/>
              <a:defRPr sz="180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172B4D"/>
                </a:solidFill>
              </a:defRPr>
            </a:pPr>
            <a:r>
              <a:rPr sz="1800">
                <a:solidFill>
                  <a:srgbClr val="172B4D"/>
                </a:solidFill>
              </a:rPr>
              <a:t>FastAPI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E16FA-E6EC-48FF-A042-B1D54299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242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93A4B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2B4D"/>
                </a:solidFill>
              </a:defRPr>
            </a:defPPr>
            <a:lvl1pPr algn="ctr">
              <a:buNone/>
              <a:defRPr sz="1800">
                <a:solidFill>
                  <a:srgbClr val="172B4D"/>
                </a:solidFill>
              </a:defRPr>
            </a:lvl1pPr>
            <a:lvl2pPr algn="ctr">
              <a:buNone/>
              <a:defRPr sz="1800">
                <a:solidFill>
                  <a:srgbClr val="172B4D"/>
                </a:solidFill>
              </a:defRPr>
            </a:lvl2pPr>
            <a:lvl3pPr algn="ctr">
              <a:buNone/>
              <a:defRPr sz="1800">
                <a:solidFill>
                  <a:srgbClr val="172B4D"/>
                </a:solidFill>
              </a:defRPr>
            </a:lvl3pPr>
            <a:lvl4pPr algn="ctr">
              <a:buNone/>
              <a:defRPr sz="1800">
                <a:solidFill>
                  <a:srgbClr val="172B4D"/>
                </a:solidFill>
              </a:defRPr>
            </a:lvl4pPr>
            <a:lvl5pPr algn="ctr">
              <a:buNone/>
              <a:defRPr sz="1800">
                <a:solidFill>
                  <a:srgbClr val="172B4D"/>
                </a:solidFill>
              </a:defRPr>
            </a:lvl5pPr>
            <a:lvl6pPr algn="ctr">
              <a:buNone/>
              <a:defRPr sz="1800">
                <a:solidFill>
                  <a:srgbClr val="172B4D"/>
                </a:solidFill>
              </a:defRPr>
            </a:lvl6pPr>
            <a:lvl7pPr algn="ctr">
              <a:buNone/>
              <a:defRPr sz="1800">
                <a:solidFill>
                  <a:srgbClr val="172B4D"/>
                </a:solidFill>
              </a:defRPr>
            </a:lvl7pPr>
            <a:lvl8pPr algn="ctr">
              <a:buNone/>
              <a:defRPr sz="1800">
                <a:solidFill>
                  <a:srgbClr val="172B4D"/>
                </a:solidFill>
              </a:defRPr>
            </a:lvl8pPr>
            <a:lvl9pPr algn="ctr">
              <a:buNone/>
              <a:defRPr sz="180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172B4D"/>
                </a:solidFill>
              </a:defRPr>
            </a:pPr>
            <a:r>
              <a:rPr sz="1800">
                <a:solidFill>
                  <a:srgbClr val="172B4D"/>
                </a:solidFill>
              </a:rPr>
              <a:t>PostgreSQL PVC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FAF2F3-EB2F-4275-8371-F8B147B9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B4D"/>
                </a:solidFill>
              </a:defRPr>
            </a:defPPr>
            <a:lvl1pPr>
              <a:buNone/>
              <a:defRPr sz="1950" b="0">
                <a:solidFill>
                  <a:srgbClr val="172B4D"/>
                </a:solidFill>
              </a:defRPr>
            </a:lvl1pPr>
            <a:lvl2pPr>
              <a:buNone/>
              <a:defRPr sz="1950" b="0">
                <a:solidFill>
                  <a:srgbClr val="172B4D"/>
                </a:solidFill>
              </a:defRPr>
            </a:lvl2pPr>
            <a:lvl3pPr>
              <a:buNone/>
              <a:defRPr sz="1950" b="0">
                <a:solidFill>
                  <a:srgbClr val="172B4D"/>
                </a:solidFill>
              </a:defRPr>
            </a:lvl3pPr>
            <a:lvl4pPr>
              <a:buNone/>
              <a:defRPr sz="1950" b="0">
                <a:solidFill>
                  <a:srgbClr val="172B4D"/>
                </a:solidFill>
              </a:defRPr>
            </a:lvl4pPr>
            <a:lvl5pPr>
              <a:buNone/>
              <a:defRPr sz="1950" b="0">
                <a:solidFill>
                  <a:srgbClr val="172B4D"/>
                </a:solidFill>
              </a:defRPr>
            </a:lvl5pPr>
            <a:lvl6pPr>
              <a:buNone/>
              <a:defRPr sz="1950" b="0">
                <a:solidFill>
                  <a:srgbClr val="172B4D"/>
                </a:solidFill>
              </a:defRPr>
            </a:lvl6pPr>
            <a:lvl7pPr>
              <a:buNone/>
              <a:defRPr sz="1950" b="0">
                <a:solidFill>
                  <a:srgbClr val="172B4D"/>
                </a:solidFill>
              </a:defRPr>
            </a:lvl7pPr>
            <a:lvl8pPr>
              <a:buNone/>
              <a:defRPr sz="1950" b="0">
                <a:solidFill>
                  <a:srgbClr val="172B4D"/>
                </a:solidFill>
              </a:defRPr>
            </a:lvl8pPr>
            <a:lvl9pPr>
              <a:buNone/>
              <a:defRPr sz="195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2B4D"/>
                </a:solidFill>
              </a:defRPr>
            </a:pPr>
            <a:r>
              <a:rPr sz="1950" b="0">
                <a:solidFill>
                  <a:srgbClr val="172B4D"/>
                </a:solidFill>
              </a:rPr>
              <a:t>Terraform provisions the Azure VM and network. CI verifies the chart in Kind.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FC789-2813-4F6A-BAC2-8E5E1E3C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B4D"/>
                </a:solidFill>
              </a:defRPr>
            </a:defPPr>
            <a:lvl1pPr>
              <a:buNone/>
              <a:defRPr sz="1950" b="0">
                <a:solidFill>
                  <a:srgbClr val="172B4D"/>
                </a:solidFill>
              </a:defRPr>
            </a:lvl1pPr>
            <a:lvl2pPr>
              <a:buNone/>
              <a:defRPr sz="1950" b="0">
                <a:solidFill>
                  <a:srgbClr val="172B4D"/>
                </a:solidFill>
              </a:defRPr>
            </a:lvl2pPr>
            <a:lvl3pPr>
              <a:buNone/>
              <a:defRPr sz="1950" b="0">
                <a:solidFill>
                  <a:srgbClr val="172B4D"/>
                </a:solidFill>
              </a:defRPr>
            </a:lvl3pPr>
            <a:lvl4pPr>
              <a:buNone/>
              <a:defRPr sz="1950" b="0">
                <a:solidFill>
                  <a:srgbClr val="172B4D"/>
                </a:solidFill>
              </a:defRPr>
            </a:lvl4pPr>
            <a:lvl5pPr>
              <a:buNone/>
              <a:defRPr sz="1950" b="0">
                <a:solidFill>
                  <a:srgbClr val="172B4D"/>
                </a:solidFill>
              </a:defRPr>
            </a:lvl5pPr>
            <a:lvl6pPr>
              <a:buNone/>
              <a:defRPr sz="1950" b="0">
                <a:solidFill>
                  <a:srgbClr val="172B4D"/>
                </a:solidFill>
              </a:defRPr>
            </a:lvl6pPr>
            <a:lvl7pPr>
              <a:buNone/>
              <a:defRPr sz="1950" b="0">
                <a:solidFill>
                  <a:srgbClr val="172B4D"/>
                </a:solidFill>
              </a:defRPr>
            </a:lvl7pPr>
            <a:lvl8pPr>
              <a:buNone/>
              <a:defRPr sz="1950" b="0">
                <a:solidFill>
                  <a:srgbClr val="172B4D"/>
                </a:solidFill>
              </a:defRPr>
            </a:lvl8pPr>
            <a:lvl9pPr>
              <a:buNone/>
              <a:defRPr sz="195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2B4D"/>
                </a:solidFill>
              </a:defRPr>
            </a:pPr>
            <a:r>
              <a:rPr sz="1950" b="0">
                <a:solidFill>
                  <a:srgbClr val="172B4D"/>
                </a:solidFill>
              </a:rPr>
              <a:t>Prometheus scrapes FastAPI metrics. Grafana displays the results.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9CE5B3-8A26-4F37-8F1A-7BFF1D08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085"/>
                </a:solidFill>
              </a:defRPr>
            </a:defPPr>
            <a:lvl1pPr>
              <a:buNone/>
              <a:defRPr sz="1200" b="0">
                <a:solidFill>
                  <a:srgbClr val="667085"/>
                </a:solidFill>
              </a:defRPr>
            </a:lvl1pPr>
            <a:lvl2pPr>
              <a:buNone/>
              <a:defRPr sz="1200" b="0">
                <a:solidFill>
                  <a:srgbClr val="667085"/>
                </a:solidFill>
              </a:defRPr>
            </a:lvl2pPr>
            <a:lvl3pPr>
              <a:buNone/>
              <a:defRPr sz="1200" b="0">
                <a:solidFill>
                  <a:srgbClr val="667085"/>
                </a:solidFill>
              </a:defRPr>
            </a:lvl3pPr>
            <a:lvl4pPr>
              <a:buNone/>
              <a:defRPr sz="1200" b="0">
                <a:solidFill>
                  <a:srgbClr val="667085"/>
                </a:solidFill>
              </a:defRPr>
            </a:lvl4pPr>
            <a:lvl5pPr>
              <a:buNone/>
              <a:defRPr sz="1200" b="0">
                <a:solidFill>
                  <a:srgbClr val="667085"/>
                </a:solidFill>
              </a:defRPr>
            </a:lvl5pPr>
            <a:lvl6pPr>
              <a:buNone/>
              <a:defRPr sz="1200" b="0">
                <a:solidFill>
                  <a:srgbClr val="667085"/>
                </a:solidFill>
              </a:defRPr>
            </a:lvl6pPr>
            <a:lvl7pPr>
              <a:buNone/>
              <a:defRPr sz="1200" b="0">
                <a:solidFill>
                  <a:srgbClr val="667085"/>
                </a:solidFill>
              </a:defRPr>
            </a:lvl7pPr>
            <a:lvl8pPr>
              <a:buNone/>
              <a:defRPr sz="1200" b="0">
                <a:solidFill>
                  <a:srgbClr val="667085"/>
                </a:solidFill>
              </a:defRPr>
            </a:lvl8pPr>
            <a:lvl9pPr>
              <a:buNone/>
              <a:defRPr sz="12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86355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483C7-CC7F-4A47-832F-37AD2F6A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641"/>
                </a:solidFill>
              </a:defRPr>
            </a:defPPr>
            <a:lvl1pPr>
              <a:buNone/>
              <a:defRPr sz="3300" b="1">
                <a:solidFill>
                  <a:srgbClr val="122641"/>
                </a:solidFill>
              </a:defRPr>
            </a:lvl1pPr>
            <a:lvl2pPr>
              <a:buNone/>
              <a:defRPr sz="3300" b="1">
                <a:solidFill>
                  <a:srgbClr val="122641"/>
                </a:solidFill>
              </a:defRPr>
            </a:lvl2pPr>
            <a:lvl3pPr>
              <a:buNone/>
              <a:defRPr sz="3300" b="1">
                <a:solidFill>
                  <a:srgbClr val="122641"/>
                </a:solidFill>
              </a:defRPr>
            </a:lvl3pPr>
            <a:lvl4pPr>
              <a:buNone/>
              <a:defRPr sz="3300" b="1">
                <a:solidFill>
                  <a:srgbClr val="122641"/>
                </a:solidFill>
              </a:defRPr>
            </a:lvl4pPr>
            <a:lvl5pPr>
              <a:buNone/>
              <a:defRPr sz="3300" b="1">
                <a:solidFill>
                  <a:srgbClr val="122641"/>
                </a:solidFill>
              </a:defRPr>
            </a:lvl5pPr>
            <a:lvl6pPr>
              <a:buNone/>
              <a:defRPr sz="3300" b="1">
                <a:solidFill>
                  <a:srgbClr val="122641"/>
                </a:solidFill>
              </a:defRPr>
            </a:lvl6pPr>
            <a:lvl7pPr>
              <a:buNone/>
              <a:defRPr sz="3300" b="1">
                <a:solidFill>
                  <a:srgbClr val="122641"/>
                </a:solidFill>
              </a:defRPr>
            </a:lvl7pPr>
            <a:lvl8pPr>
              <a:buNone/>
              <a:defRPr sz="3300" b="1">
                <a:solidFill>
                  <a:srgbClr val="122641"/>
                </a:solidFill>
              </a:defRPr>
            </a:lvl8pPr>
            <a:lvl9pPr>
              <a:buNone/>
              <a:defRPr sz="3300" b="1">
                <a:solidFill>
                  <a:srgbClr val="122641"/>
                </a:solidFill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641"/>
                </a:solidFill>
              </a:defRPr>
            </a:pPr>
            <a:r>
              <a:rPr sz="3300" b="1">
                <a:solidFill>
                  <a:srgbClr val="122641"/>
                </a:solidFill>
              </a:rPr>
              <a:t>API and database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67723-958F-4732-A5B5-F4CB60135E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d37c1f4bf44fa"/>
          <a:stretch xmlns:a="http://schemas.openxmlformats.org/drawingml/2006/main"/>
        </p:blipFill>
        <p:spPr>
          <a:xfrm xmlns:a="http://schemas.openxmlformats.org/drawingml/2006/main">
            <a:off x="514350" y="1403640"/>
            <a:ext cx="7810500" cy="457459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49FC1-9164-41E9-931A-F10215D7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240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CRUD endpoints manage assignments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4A69E-7619-4E04-AF4B-9ED6168D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955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Swagger documents the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C7707-BE28-4DA1-B9CA-875CC895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671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Alembic versions database changes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C11DD-AE33-432E-9347-289D6D63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386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PostgreSQL retained data through the upgrade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68158-1AF5-4ADC-A17C-BAA4A9CE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77A"/>
                </a:solidFill>
              </a:defRPr>
            </a:defPPr>
            <a:lvl1pPr>
              <a:buNone/>
              <a:defRPr sz="1275" b="0">
                <a:solidFill>
                  <a:srgbClr val="5B677A"/>
                </a:solidFill>
              </a:defRPr>
            </a:lvl1pPr>
            <a:lvl2pPr>
              <a:buNone/>
              <a:defRPr sz="1275" b="0">
                <a:solidFill>
                  <a:srgbClr val="5B677A"/>
                </a:solidFill>
              </a:defRPr>
            </a:lvl2pPr>
            <a:lvl3pPr>
              <a:buNone/>
              <a:defRPr sz="1275" b="0">
                <a:solidFill>
                  <a:srgbClr val="5B677A"/>
                </a:solidFill>
              </a:defRPr>
            </a:lvl3pPr>
            <a:lvl4pPr>
              <a:buNone/>
              <a:defRPr sz="1275" b="0">
                <a:solidFill>
                  <a:srgbClr val="5B677A"/>
                </a:solidFill>
              </a:defRPr>
            </a:lvl4pPr>
            <a:lvl5pPr>
              <a:buNone/>
              <a:defRPr sz="1275" b="0">
                <a:solidFill>
                  <a:srgbClr val="5B677A"/>
                </a:solidFill>
              </a:defRPr>
            </a:lvl5pPr>
            <a:lvl6pPr>
              <a:buNone/>
              <a:defRPr sz="1275" b="0">
                <a:solidFill>
                  <a:srgbClr val="5B677A"/>
                </a:solidFill>
              </a:defRPr>
            </a:lvl6pPr>
            <a:lvl7pPr>
              <a:buNone/>
              <a:defRPr sz="1275" b="0">
                <a:solidFill>
                  <a:srgbClr val="5B677A"/>
                </a:solidFill>
              </a:defRPr>
            </a:lvl7pPr>
            <a:lvl8pPr>
              <a:buNone/>
              <a:defRPr sz="1275" b="0">
                <a:solidFill>
                  <a:srgbClr val="5B677A"/>
                </a:solidFill>
              </a:defRPr>
            </a:lvl8pPr>
            <a:lvl9pPr>
              <a:buNone/>
              <a:defRPr sz="1275" b="0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B677A"/>
                </a:solidFill>
              </a:defRPr>
            </a:pPr>
            <a:r>
              <a:rPr sz="1275" b="0">
                <a:solidFill>
                  <a:srgbClr val="5B677A"/>
                </a:solidFill>
              </a:rPr>
              <a:t>Recorded database output viewed in Mac zsh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BEF49-1B08-4A4C-8FC4-850AC1AC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085"/>
                </a:solidFill>
              </a:defRPr>
            </a:defPPr>
            <a:lvl1pPr>
              <a:buNone/>
              <a:defRPr sz="1200" b="0">
                <a:solidFill>
                  <a:srgbClr val="667085"/>
                </a:solidFill>
              </a:defRPr>
            </a:lvl1pPr>
            <a:lvl2pPr>
              <a:buNone/>
              <a:defRPr sz="1200" b="0">
                <a:solidFill>
                  <a:srgbClr val="667085"/>
                </a:solidFill>
              </a:defRPr>
            </a:lvl2pPr>
            <a:lvl3pPr>
              <a:buNone/>
              <a:defRPr sz="1200" b="0">
                <a:solidFill>
                  <a:srgbClr val="667085"/>
                </a:solidFill>
              </a:defRPr>
            </a:lvl3pPr>
            <a:lvl4pPr>
              <a:buNone/>
              <a:defRPr sz="1200" b="0">
                <a:solidFill>
                  <a:srgbClr val="667085"/>
                </a:solidFill>
              </a:defRPr>
            </a:lvl4pPr>
            <a:lvl5pPr>
              <a:buNone/>
              <a:defRPr sz="1200" b="0">
                <a:solidFill>
                  <a:srgbClr val="667085"/>
                </a:solidFill>
              </a:defRPr>
            </a:lvl5pPr>
            <a:lvl6pPr>
              <a:buNone/>
              <a:defRPr sz="1200" b="0">
                <a:solidFill>
                  <a:srgbClr val="667085"/>
                </a:solidFill>
              </a:defRPr>
            </a:lvl6pPr>
            <a:lvl7pPr>
              <a:buNone/>
              <a:defRPr sz="1200" b="0">
                <a:solidFill>
                  <a:srgbClr val="667085"/>
                </a:solidFill>
              </a:defRPr>
            </a:lvl7pPr>
            <a:lvl8pPr>
              <a:buNone/>
              <a:defRPr sz="1200" b="0">
                <a:solidFill>
                  <a:srgbClr val="667085"/>
                </a:solidFill>
              </a:defRPr>
            </a:lvl8pPr>
            <a:lvl9pPr>
              <a:buNone/>
              <a:defRPr sz="12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1652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E662A-A86A-425A-A68A-C495B9F6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641"/>
                </a:solidFill>
              </a:defRPr>
            </a:defPPr>
            <a:lvl1pPr>
              <a:buNone/>
              <a:defRPr sz="3300" b="1">
                <a:solidFill>
                  <a:srgbClr val="122641"/>
                </a:solidFill>
              </a:defRPr>
            </a:lvl1pPr>
            <a:lvl2pPr>
              <a:buNone/>
              <a:defRPr sz="3300" b="1">
                <a:solidFill>
                  <a:srgbClr val="122641"/>
                </a:solidFill>
              </a:defRPr>
            </a:lvl2pPr>
            <a:lvl3pPr>
              <a:buNone/>
              <a:defRPr sz="3300" b="1">
                <a:solidFill>
                  <a:srgbClr val="122641"/>
                </a:solidFill>
              </a:defRPr>
            </a:lvl3pPr>
            <a:lvl4pPr>
              <a:buNone/>
              <a:defRPr sz="3300" b="1">
                <a:solidFill>
                  <a:srgbClr val="122641"/>
                </a:solidFill>
              </a:defRPr>
            </a:lvl4pPr>
            <a:lvl5pPr>
              <a:buNone/>
              <a:defRPr sz="3300" b="1">
                <a:solidFill>
                  <a:srgbClr val="122641"/>
                </a:solidFill>
              </a:defRPr>
            </a:lvl5pPr>
            <a:lvl6pPr>
              <a:buNone/>
              <a:defRPr sz="3300" b="1">
                <a:solidFill>
                  <a:srgbClr val="122641"/>
                </a:solidFill>
              </a:defRPr>
            </a:lvl6pPr>
            <a:lvl7pPr>
              <a:buNone/>
              <a:defRPr sz="3300" b="1">
                <a:solidFill>
                  <a:srgbClr val="122641"/>
                </a:solidFill>
              </a:defRPr>
            </a:lvl7pPr>
            <a:lvl8pPr>
              <a:buNone/>
              <a:defRPr sz="3300" b="1">
                <a:solidFill>
                  <a:srgbClr val="122641"/>
                </a:solidFill>
              </a:defRPr>
            </a:lvl8pPr>
            <a:lvl9pPr>
              <a:buNone/>
              <a:defRPr sz="3300" b="1">
                <a:solidFill>
                  <a:srgbClr val="122641"/>
                </a:solidFill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641"/>
                </a:solidFill>
              </a:defRPr>
            </a:pPr>
            <a:r>
              <a:rPr sz="3300" b="1">
                <a:solidFill>
                  <a:srgbClr val="122641"/>
                </a:solidFill>
              </a:rPr>
              <a:t>Automated tests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BA4DF-DB39-435C-A457-FA8B918BAC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843935be24997"/>
          <a:stretch xmlns:a="http://schemas.openxmlformats.org/drawingml/2006/main"/>
        </p:blipFill>
        <p:spPr>
          <a:xfrm xmlns:a="http://schemas.openxmlformats.org/drawingml/2006/main">
            <a:off x="514350" y="1403640"/>
            <a:ext cx="7810500" cy="457459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C680A-6C5D-4AD9-881C-2DA9998E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240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11 API and migration tests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08195-9DCC-4A92-AE55-048AAD25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955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Tests use an isolated test database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B2EFC-003C-4044-BE76-2491BBB7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671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Failures stop the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FB400-69BE-4590-A02B-6E88F64B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386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The run reported one deprecation warning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5E0FA-3906-4A8F-AE63-5034F00C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77A"/>
                </a:solidFill>
              </a:defRPr>
            </a:defPPr>
            <a:lvl1pPr>
              <a:buNone/>
              <a:defRPr sz="1275" b="0">
                <a:solidFill>
                  <a:srgbClr val="5B677A"/>
                </a:solidFill>
              </a:defRPr>
            </a:lvl1pPr>
            <a:lvl2pPr>
              <a:buNone/>
              <a:defRPr sz="1275" b="0">
                <a:solidFill>
                  <a:srgbClr val="5B677A"/>
                </a:solidFill>
              </a:defRPr>
            </a:lvl2pPr>
            <a:lvl3pPr>
              <a:buNone/>
              <a:defRPr sz="1275" b="0">
                <a:solidFill>
                  <a:srgbClr val="5B677A"/>
                </a:solidFill>
              </a:defRPr>
            </a:lvl3pPr>
            <a:lvl4pPr>
              <a:buNone/>
              <a:defRPr sz="1275" b="0">
                <a:solidFill>
                  <a:srgbClr val="5B677A"/>
                </a:solidFill>
              </a:defRPr>
            </a:lvl4pPr>
            <a:lvl5pPr>
              <a:buNone/>
              <a:defRPr sz="1275" b="0">
                <a:solidFill>
                  <a:srgbClr val="5B677A"/>
                </a:solidFill>
              </a:defRPr>
            </a:lvl5pPr>
            <a:lvl6pPr>
              <a:buNone/>
              <a:defRPr sz="1275" b="0">
                <a:solidFill>
                  <a:srgbClr val="5B677A"/>
                </a:solidFill>
              </a:defRPr>
            </a:lvl6pPr>
            <a:lvl7pPr>
              <a:buNone/>
              <a:defRPr sz="1275" b="0">
                <a:solidFill>
                  <a:srgbClr val="5B677A"/>
                </a:solidFill>
              </a:defRPr>
            </a:lvl7pPr>
            <a:lvl8pPr>
              <a:buNone/>
              <a:defRPr sz="1275" b="0">
                <a:solidFill>
                  <a:srgbClr val="5B677A"/>
                </a:solidFill>
              </a:defRPr>
            </a:lvl8pPr>
            <a:lvl9pPr>
              <a:buNone/>
              <a:defRPr sz="1275" b="0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B677A"/>
                </a:solidFill>
              </a:defRPr>
            </a:pPr>
            <a:r>
              <a:rPr sz="1275" b="0">
                <a:solidFill>
                  <a:srgbClr val="5B677A"/>
                </a:solidFill>
              </a:rPr>
              <a:t>Local backend test rerun, 17 October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84882-B654-4AD1-86C5-6FF0A5D4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085"/>
                </a:solidFill>
              </a:defRPr>
            </a:defPPr>
            <a:lvl1pPr>
              <a:buNone/>
              <a:defRPr sz="1200" b="0">
                <a:solidFill>
                  <a:srgbClr val="667085"/>
                </a:solidFill>
              </a:defRPr>
            </a:lvl1pPr>
            <a:lvl2pPr>
              <a:buNone/>
              <a:defRPr sz="1200" b="0">
                <a:solidFill>
                  <a:srgbClr val="667085"/>
                </a:solidFill>
              </a:defRPr>
            </a:lvl2pPr>
            <a:lvl3pPr>
              <a:buNone/>
              <a:defRPr sz="1200" b="0">
                <a:solidFill>
                  <a:srgbClr val="667085"/>
                </a:solidFill>
              </a:defRPr>
            </a:lvl3pPr>
            <a:lvl4pPr>
              <a:buNone/>
              <a:defRPr sz="1200" b="0">
                <a:solidFill>
                  <a:srgbClr val="667085"/>
                </a:solidFill>
              </a:defRPr>
            </a:lvl4pPr>
            <a:lvl5pPr>
              <a:buNone/>
              <a:defRPr sz="1200" b="0">
                <a:solidFill>
                  <a:srgbClr val="667085"/>
                </a:solidFill>
              </a:defRPr>
            </a:lvl5pPr>
            <a:lvl6pPr>
              <a:buNone/>
              <a:defRPr sz="1200" b="0">
                <a:solidFill>
                  <a:srgbClr val="667085"/>
                </a:solidFill>
              </a:defRPr>
            </a:lvl6pPr>
            <a:lvl7pPr>
              <a:buNone/>
              <a:defRPr sz="1200" b="0">
                <a:solidFill>
                  <a:srgbClr val="667085"/>
                </a:solidFill>
              </a:defRPr>
            </a:lvl7pPr>
            <a:lvl8pPr>
              <a:buNone/>
              <a:defRPr sz="1200" b="0">
                <a:solidFill>
                  <a:srgbClr val="667085"/>
                </a:solidFill>
              </a:defRPr>
            </a:lvl8pPr>
            <a:lvl9pPr>
              <a:buNone/>
              <a:defRPr sz="12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27969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C737F-10A9-40B1-8C4A-E32DE91F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641"/>
                </a:solidFill>
              </a:defRPr>
            </a:defPPr>
            <a:lvl1pPr>
              <a:buNone/>
              <a:defRPr sz="3300" b="1">
                <a:solidFill>
                  <a:srgbClr val="122641"/>
                </a:solidFill>
              </a:defRPr>
            </a:lvl1pPr>
            <a:lvl2pPr>
              <a:buNone/>
              <a:defRPr sz="3300" b="1">
                <a:solidFill>
                  <a:srgbClr val="122641"/>
                </a:solidFill>
              </a:defRPr>
            </a:lvl2pPr>
            <a:lvl3pPr>
              <a:buNone/>
              <a:defRPr sz="3300" b="1">
                <a:solidFill>
                  <a:srgbClr val="122641"/>
                </a:solidFill>
              </a:defRPr>
            </a:lvl3pPr>
            <a:lvl4pPr>
              <a:buNone/>
              <a:defRPr sz="3300" b="1">
                <a:solidFill>
                  <a:srgbClr val="122641"/>
                </a:solidFill>
              </a:defRPr>
            </a:lvl4pPr>
            <a:lvl5pPr>
              <a:buNone/>
              <a:defRPr sz="3300" b="1">
                <a:solidFill>
                  <a:srgbClr val="122641"/>
                </a:solidFill>
              </a:defRPr>
            </a:lvl5pPr>
            <a:lvl6pPr>
              <a:buNone/>
              <a:defRPr sz="3300" b="1">
                <a:solidFill>
                  <a:srgbClr val="122641"/>
                </a:solidFill>
              </a:defRPr>
            </a:lvl6pPr>
            <a:lvl7pPr>
              <a:buNone/>
              <a:defRPr sz="3300" b="1">
                <a:solidFill>
                  <a:srgbClr val="122641"/>
                </a:solidFill>
              </a:defRPr>
            </a:lvl7pPr>
            <a:lvl8pPr>
              <a:buNone/>
              <a:defRPr sz="3300" b="1">
                <a:solidFill>
                  <a:srgbClr val="122641"/>
                </a:solidFill>
              </a:defRPr>
            </a:lvl8pPr>
            <a:lvl9pPr>
              <a:buNone/>
              <a:defRPr sz="3300" b="1">
                <a:solidFill>
                  <a:srgbClr val="122641"/>
                </a:solidFill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641"/>
                </a:solidFill>
              </a:defRPr>
            </a:pPr>
            <a:r>
              <a:rPr sz="3300" b="1">
                <a:solidFill>
                  <a:srgbClr val="122641"/>
                </a:solidFill>
              </a:rPr>
              <a:t>Docker and Compose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9ACB4-E741-4CB3-8524-4B5D7D72D1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d37be91094a7e"/>
          <a:stretch xmlns:a="http://schemas.openxmlformats.org/drawingml/2006/main"/>
        </p:blipFill>
        <p:spPr>
          <a:xfrm xmlns:a="http://schemas.openxmlformats.org/drawingml/2006/main">
            <a:off x="514350" y="1403640"/>
            <a:ext cx="7810500" cy="457459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B4E0E-FAE8-4DA7-A932-03D83B39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240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Frontend, backend and PostgreSQL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8B6CC-3A78-416E-B611-55D9073B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955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Multi-stage frontend image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CBE50-4FC5-4768-979E-7234BCAC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671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Both application images run as non-root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1EF90-AF0C-4888-BCEE-904D997F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386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Health checks verify readiness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F503D-0713-4422-9232-A9DB2FB3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77A"/>
                </a:solidFill>
              </a:defRPr>
            </a:defPPr>
            <a:lvl1pPr>
              <a:buNone/>
              <a:defRPr sz="1275" b="0">
                <a:solidFill>
                  <a:srgbClr val="5B677A"/>
                </a:solidFill>
              </a:defRPr>
            </a:lvl1pPr>
            <a:lvl2pPr>
              <a:buNone/>
              <a:defRPr sz="1275" b="0">
                <a:solidFill>
                  <a:srgbClr val="5B677A"/>
                </a:solidFill>
              </a:defRPr>
            </a:lvl2pPr>
            <a:lvl3pPr>
              <a:buNone/>
              <a:defRPr sz="1275" b="0">
                <a:solidFill>
                  <a:srgbClr val="5B677A"/>
                </a:solidFill>
              </a:defRPr>
            </a:lvl3pPr>
            <a:lvl4pPr>
              <a:buNone/>
              <a:defRPr sz="1275" b="0">
                <a:solidFill>
                  <a:srgbClr val="5B677A"/>
                </a:solidFill>
              </a:defRPr>
            </a:lvl4pPr>
            <a:lvl5pPr>
              <a:buNone/>
              <a:defRPr sz="1275" b="0">
                <a:solidFill>
                  <a:srgbClr val="5B677A"/>
                </a:solidFill>
              </a:defRPr>
            </a:lvl5pPr>
            <a:lvl6pPr>
              <a:buNone/>
              <a:defRPr sz="1275" b="0">
                <a:solidFill>
                  <a:srgbClr val="5B677A"/>
                </a:solidFill>
              </a:defRPr>
            </a:lvl6pPr>
            <a:lvl7pPr>
              <a:buNone/>
              <a:defRPr sz="1275" b="0">
                <a:solidFill>
                  <a:srgbClr val="5B677A"/>
                </a:solidFill>
              </a:defRPr>
            </a:lvl7pPr>
            <a:lvl8pPr>
              <a:buNone/>
              <a:defRPr sz="1275" b="0">
                <a:solidFill>
                  <a:srgbClr val="5B677A"/>
                </a:solidFill>
              </a:defRPr>
            </a:lvl8pPr>
            <a:lvl9pPr>
              <a:buNone/>
              <a:defRPr sz="1275" b="0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B677A"/>
                </a:solidFill>
              </a:defRPr>
            </a:pPr>
            <a:r>
              <a:rPr sz="1275" b="0">
                <a:solidFill>
                  <a:srgbClr val="5B677A"/>
                </a:solidFill>
              </a:rPr>
              <a:t>Recorded clean Compose verification viewed in Mac zsh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3BE5E-C946-450A-A607-79873F2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085"/>
                </a:solidFill>
              </a:defRPr>
            </a:defPPr>
            <a:lvl1pPr>
              <a:buNone/>
              <a:defRPr sz="1200" b="0">
                <a:solidFill>
                  <a:srgbClr val="667085"/>
                </a:solidFill>
              </a:defRPr>
            </a:lvl1pPr>
            <a:lvl2pPr>
              <a:buNone/>
              <a:defRPr sz="1200" b="0">
                <a:solidFill>
                  <a:srgbClr val="667085"/>
                </a:solidFill>
              </a:defRPr>
            </a:lvl2pPr>
            <a:lvl3pPr>
              <a:buNone/>
              <a:defRPr sz="1200" b="0">
                <a:solidFill>
                  <a:srgbClr val="667085"/>
                </a:solidFill>
              </a:defRPr>
            </a:lvl3pPr>
            <a:lvl4pPr>
              <a:buNone/>
              <a:defRPr sz="1200" b="0">
                <a:solidFill>
                  <a:srgbClr val="667085"/>
                </a:solidFill>
              </a:defRPr>
            </a:lvl4pPr>
            <a:lvl5pPr>
              <a:buNone/>
              <a:defRPr sz="1200" b="0">
                <a:solidFill>
                  <a:srgbClr val="667085"/>
                </a:solidFill>
              </a:defRPr>
            </a:lvl5pPr>
            <a:lvl6pPr>
              <a:buNone/>
              <a:defRPr sz="1200" b="0">
                <a:solidFill>
                  <a:srgbClr val="667085"/>
                </a:solidFill>
              </a:defRPr>
            </a:lvl6pPr>
            <a:lvl7pPr>
              <a:buNone/>
              <a:defRPr sz="1200" b="0">
                <a:solidFill>
                  <a:srgbClr val="667085"/>
                </a:solidFill>
              </a:defRPr>
            </a:lvl7pPr>
            <a:lvl8pPr>
              <a:buNone/>
              <a:defRPr sz="1200" b="0">
                <a:solidFill>
                  <a:srgbClr val="667085"/>
                </a:solidFill>
              </a:defRPr>
            </a:lvl8pPr>
            <a:lvl9pPr>
              <a:buNone/>
              <a:defRPr sz="12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838038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45250-0C27-44A0-B667-7240B5F3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641"/>
                </a:solidFill>
              </a:defRPr>
            </a:defPPr>
            <a:lvl1pPr>
              <a:buNone/>
              <a:defRPr sz="3300" b="1">
                <a:solidFill>
                  <a:srgbClr val="122641"/>
                </a:solidFill>
              </a:defRPr>
            </a:lvl1pPr>
            <a:lvl2pPr>
              <a:buNone/>
              <a:defRPr sz="3300" b="1">
                <a:solidFill>
                  <a:srgbClr val="122641"/>
                </a:solidFill>
              </a:defRPr>
            </a:lvl2pPr>
            <a:lvl3pPr>
              <a:buNone/>
              <a:defRPr sz="3300" b="1">
                <a:solidFill>
                  <a:srgbClr val="122641"/>
                </a:solidFill>
              </a:defRPr>
            </a:lvl3pPr>
            <a:lvl4pPr>
              <a:buNone/>
              <a:defRPr sz="3300" b="1">
                <a:solidFill>
                  <a:srgbClr val="122641"/>
                </a:solidFill>
              </a:defRPr>
            </a:lvl4pPr>
            <a:lvl5pPr>
              <a:buNone/>
              <a:defRPr sz="3300" b="1">
                <a:solidFill>
                  <a:srgbClr val="122641"/>
                </a:solidFill>
              </a:defRPr>
            </a:lvl5pPr>
            <a:lvl6pPr>
              <a:buNone/>
              <a:defRPr sz="3300" b="1">
                <a:solidFill>
                  <a:srgbClr val="122641"/>
                </a:solidFill>
              </a:defRPr>
            </a:lvl6pPr>
            <a:lvl7pPr>
              <a:buNone/>
              <a:defRPr sz="3300" b="1">
                <a:solidFill>
                  <a:srgbClr val="122641"/>
                </a:solidFill>
              </a:defRPr>
            </a:lvl7pPr>
            <a:lvl8pPr>
              <a:buNone/>
              <a:defRPr sz="3300" b="1">
                <a:solidFill>
                  <a:srgbClr val="122641"/>
                </a:solidFill>
              </a:defRPr>
            </a:lvl8pPr>
            <a:lvl9pPr>
              <a:buNone/>
              <a:defRPr sz="3300" b="1">
                <a:solidFill>
                  <a:srgbClr val="122641"/>
                </a:solidFill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641"/>
                </a:solidFill>
              </a:defRPr>
            </a:pPr>
            <a:r>
              <a:rPr sz="3300" b="1">
                <a:solidFill>
                  <a:srgbClr val="122641"/>
                </a:solidFill>
              </a:rPr>
              <a:t>GitHub Actions and image delivery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A0A40-CD2D-4FA1-8A0C-FEC0F843A8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b9489d09d44c1"/>
          <a:stretch xmlns:a="http://schemas.openxmlformats.org/drawingml/2006/main"/>
        </p:blipFill>
        <p:spPr>
          <a:xfrm xmlns:a="http://schemas.openxmlformats.org/drawingml/2006/main">
            <a:off x="1747090" y="1381125"/>
            <a:ext cx="5345021" cy="46196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29F33-0E1E-4FAB-9DC9-844CECB8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240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Tests and frontend 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88E66-CEC8-4D03-B18B-3CB1773B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955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Security gates before publication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7F50B-0898-4B8E-890C-C89C0D06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671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Two images published to GHCR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9BAAE-C22C-49F1-89B0-B775CCCD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386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Commit SHA identifies the image release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3B8B6-9C17-432C-8E8B-9660B71A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77A"/>
                </a:solidFill>
              </a:defRPr>
            </a:defPPr>
            <a:lvl1pPr>
              <a:buNone/>
              <a:defRPr sz="1275" b="0">
                <a:solidFill>
                  <a:srgbClr val="5B677A"/>
                </a:solidFill>
              </a:defRPr>
            </a:lvl1pPr>
            <a:lvl2pPr>
              <a:buNone/>
              <a:defRPr sz="1275" b="0">
                <a:solidFill>
                  <a:srgbClr val="5B677A"/>
                </a:solidFill>
              </a:defRPr>
            </a:lvl2pPr>
            <a:lvl3pPr>
              <a:buNone/>
              <a:defRPr sz="1275" b="0">
                <a:solidFill>
                  <a:srgbClr val="5B677A"/>
                </a:solidFill>
              </a:defRPr>
            </a:lvl3pPr>
            <a:lvl4pPr>
              <a:buNone/>
              <a:defRPr sz="1275" b="0">
                <a:solidFill>
                  <a:srgbClr val="5B677A"/>
                </a:solidFill>
              </a:defRPr>
            </a:lvl4pPr>
            <a:lvl5pPr>
              <a:buNone/>
              <a:defRPr sz="1275" b="0">
                <a:solidFill>
                  <a:srgbClr val="5B677A"/>
                </a:solidFill>
              </a:defRPr>
            </a:lvl5pPr>
            <a:lvl6pPr>
              <a:buNone/>
              <a:defRPr sz="1275" b="0">
                <a:solidFill>
                  <a:srgbClr val="5B677A"/>
                </a:solidFill>
              </a:defRPr>
            </a:lvl6pPr>
            <a:lvl7pPr>
              <a:buNone/>
              <a:defRPr sz="1275" b="0">
                <a:solidFill>
                  <a:srgbClr val="5B677A"/>
                </a:solidFill>
              </a:defRPr>
            </a:lvl7pPr>
            <a:lvl8pPr>
              <a:buNone/>
              <a:defRPr sz="1275" b="0">
                <a:solidFill>
                  <a:srgbClr val="5B677A"/>
                </a:solidFill>
              </a:defRPr>
            </a:lvl8pPr>
            <a:lvl9pPr>
              <a:buNone/>
              <a:defRPr sz="1275" b="0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B677A"/>
                </a:solidFill>
              </a:defRPr>
            </a:pPr>
            <a:r>
              <a:rPr sz="1275" b="0">
                <a:solidFill>
                  <a:srgbClr val="5B677A"/>
                </a:solidFill>
              </a:rPr>
              <a:t>Successful application pipeline, run 38812142701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BDB9A-CAC9-4569-A5B3-FF1B69AD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085"/>
                </a:solidFill>
              </a:defRPr>
            </a:defPPr>
            <a:lvl1pPr>
              <a:buNone/>
              <a:defRPr sz="1200" b="0">
                <a:solidFill>
                  <a:srgbClr val="667085"/>
                </a:solidFill>
              </a:defRPr>
            </a:lvl1pPr>
            <a:lvl2pPr>
              <a:buNone/>
              <a:defRPr sz="1200" b="0">
                <a:solidFill>
                  <a:srgbClr val="667085"/>
                </a:solidFill>
              </a:defRPr>
            </a:lvl2pPr>
            <a:lvl3pPr>
              <a:buNone/>
              <a:defRPr sz="1200" b="0">
                <a:solidFill>
                  <a:srgbClr val="667085"/>
                </a:solidFill>
              </a:defRPr>
            </a:lvl3pPr>
            <a:lvl4pPr>
              <a:buNone/>
              <a:defRPr sz="1200" b="0">
                <a:solidFill>
                  <a:srgbClr val="667085"/>
                </a:solidFill>
              </a:defRPr>
            </a:lvl4pPr>
            <a:lvl5pPr>
              <a:buNone/>
              <a:defRPr sz="1200" b="0">
                <a:solidFill>
                  <a:srgbClr val="667085"/>
                </a:solidFill>
              </a:defRPr>
            </a:lvl5pPr>
            <a:lvl6pPr>
              <a:buNone/>
              <a:defRPr sz="1200" b="0">
                <a:solidFill>
                  <a:srgbClr val="667085"/>
                </a:solidFill>
              </a:defRPr>
            </a:lvl6pPr>
            <a:lvl7pPr>
              <a:buNone/>
              <a:defRPr sz="1200" b="0">
                <a:solidFill>
                  <a:srgbClr val="667085"/>
                </a:solidFill>
              </a:defRPr>
            </a:lvl7pPr>
            <a:lvl8pPr>
              <a:buNone/>
              <a:defRPr sz="1200" b="0">
                <a:solidFill>
                  <a:srgbClr val="667085"/>
                </a:solidFill>
              </a:defRPr>
            </a:lvl8pPr>
            <a:lvl9pPr>
              <a:buNone/>
              <a:defRPr sz="12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277569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77774-63EC-4102-958A-339103BB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641"/>
                </a:solidFill>
              </a:defRPr>
            </a:defPPr>
            <a:lvl1pPr>
              <a:buNone/>
              <a:defRPr sz="3300" b="1">
                <a:solidFill>
                  <a:srgbClr val="122641"/>
                </a:solidFill>
              </a:defRPr>
            </a:lvl1pPr>
            <a:lvl2pPr>
              <a:buNone/>
              <a:defRPr sz="3300" b="1">
                <a:solidFill>
                  <a:srgbClr val="122641"/>
                </a:solidFill>
              </a:defRPr>
            </a:lvl2pPr>
            <a:lvl3pPr>
              <a:buNone/>
              <a:defRPr sz="3300" b="1">
                <a:solidFill>
                  <a:srgbClr val="122641"/>
                </a:solidFill>
              </a:defRPr>
            </a:lvl3pPr>
            <a:lvl4pPr>
              <a:buNone/>
              <a:defRPr sz="3300" b="1">
                <a:solidFill>
                  <a:srgbClr val="122641"/>
                </a:solidFill>
              </a:defRPr>
            </a:lvl4pPr>
            <a:lvl5pPr>
              <a:buNone/>
              <a:defRPr sz="3300" b="1">
                <a:solidFill>
                  <a:srgbClr val="122641"/>
                </a:solidFill>
              </a:defRPr>
            </a:lvl5pPr>
            <a:lvl6pPr>
              <a:buNone/>
              <a:defRPr sz="3300" b="1">
                <a:solidFill>
                  <a:srgbClr val="122641"/>
                </a:solidFill>
              </a:defRPr>
            </a:lvl6pPr>
            <a:lvl7pPr>
              <a:buNone/>
              <a:defRPr sz="3300" b="1">
                <a:solidFill>
                  <a:srgbClr val="122641"/>
                </a:solidFill>
              </a:defRPr>
            </a:lvl7pPr>
            <a:lvl8pPr>
              <a:buNone/>
              <a:defRPr sz="3300" b="1">
                <a:solidFill>
                  <a:srgbClr val="122641"/>
                </a:solidFill>
              </a:defRPr>
            </a:lvl8pPr>
            <a:lvl9pPr>
              <a:buNone/>
              <a:defRPr sz="3300" b="1">
                <a:solidFill>
                  <a:srgbClr val="122641"/>
                </a:solidFill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641"/>
                </a:solidFill>
              </a:defRPr>
            </a:pPr>
            <a:r>
              <a:rPr sz="3300" b="1">
                <a:solidFill>
                  <a:srgbClr val="122641"/>
                </a:solidFill>
              </a:rPr>
              <a:t>Security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E4C22-BC1E-442E-880C-9136B426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buNone/>
              <a:defRPr sz="2025" b="0">
                <a:solidFill>
                  <a:srgbClr val="172B4D"/>
                </a:solidFill>
              </a:defRPr>
            </a:lvl1pPr>
            <a:lvl2pPr>
              <a:buNone/>
              <a:defRPr sz="2025" b="0">
                <a:solidFill>
                  <a:srgbClr val="172B4D"/>
                </a:solidFill>
              </a:defRPr>
            </a:lvl2pPr>
            <a:lvl3pPr>
              <a:buNone/>
              <a:defRPr sz="2025" b="0">
                <a:solidFill>
                  <a:srgbClr val="172B4D"/>
                </a:solidFill>
              </a:defRPr>
            </a:lvl3pPr>
            <a:lvl4pPr>
              <a:buNone/>
              <a:defRPr sz="2025" b="0">
                <a:solidFill>
                  <a:srgbClr val="172B4D"/>
                </a:solidFill>
              </a:defRPr>
            </a:lvl4pPr>
            <a:lvl5pPr>
              <a:buNone/>
              <a:defRPr sz="2025" b="0">
                <a:solidFill>
                  <a:srgbClr val="172B4D"/>
                </a:solidFill>
              </a:defRPr>
            </a:lvl5pPr>
            <a:lvl6pPr>
              <a:buNone/>
              <a:defRPr sz="2025" b="0">
                <a:solidFill>
                  <a:srgbClr val="172B4D"/>
                </a:solidFill>
              </a:defRPr>
            </a:lvl6pPr>
            <a:lvl7pPr>
              <a:buNone/>
              <a:defRPr sz="2025" b="0">
                <a:solidFill>
                  <a:srgbClr val="172B4D"/>
                </a:solidFill>
              </a:defRPr>
            </a:lvl7pPr>
            <a:lvl8pPr>
              <a:buNone/>
              <a:defRPr sz="2025" b="0">
                <a:solidFill>
                  <a:srgbClr val="172B4D"/>
                </a:solidFill>
              </a:defRPr>
            </a:lvl8pPr>
            <a:lvl9pPr>
              <a:buNone/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Bandit checks Python source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3BE2D-38FB-44E9-822F-46E5AC62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buNone/>
              <a:defRPr sz="2025" b="0">
                <a:solidFill>
                  <a:srgbClr val="172B4D"/>
                </a:solidFill>
              </a:defRPr>
            </a:lvl1pPr>
            <a:lvl2pPr>
              <a:buNone/>
              <a:defRPr sz="2025" b="0">
                <a:solidFill>
                  <a:srgbClr val="172B4D"/>
                </a:solidFill>
              </a:defRPr>
            </a:lvl2pPr>
            <a:lvl3pPr>
              <a:buNone/>
              <a:defRPr sz="2025" b="0">
                <a:solidFill>
                  <a:srgbClr val="172B4D"/>
                </a:solidFill>
              </a:defRPr>
            </a:lvl3pPr>
            <a:lvl4pPr>
              <a:buNone/>
              <a:defRPr sz="2025" b="0">
                <a:solidFill>
                  <a:srgbClr val="172B4D"/>
                </a:solidFill>
              </a:defRPr>
            </a:lvl4pPr>
            <a:lvl5pPr>
              <a:buNone/>
              <a:defRPr sz="2025" b="0">
                <a:solidFill>
                  <a:srgbClr val="172B4D"/>
                </a:solidFill>
              </a:defRPr>
            </a:lvl5pPr>
            <a:lvl6pPr>
              <a:buNone/>
              <a:defRPr sz="2025" b="0">
                <a:solidFill>
                  <a:srgbClr val="172B4D"/>
                </a:solidFill>
              </a:defRPr>
            </a:lvl6pPr>
            <a:lvl7pPr>
              <a:buNone/>
              <a:defRPr sz="2025" b="0">
                <a:solidFill>
                  <a:srgbClr val="172B4D"/>
                </a:solidFill>
              </a:defRPr>
            </a:lvl7pPr>
            <a:lvl8pPr>
              <a:buNone/>
              <a:defRPr sz="2025" b="0">
                <a:solidFill>
                  <a:srgbClr val="172B4D"/>
                </a:solidFill>
              </a:defRPr>
            </a:lvl8pPr>
            <a:lvl9pPr>
              <a:buNone/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pip-audit and npm audit inspect dependencies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CA226-0111-41D2-9770-BAD79DFA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660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buNone/>
              <a:defRPr sz="2025" b="0">
                <a:solidFill>
                  <a:srgbClr val="172B4D"/>
                </a:solidFill>
              </a:defRPr>
            </a:lvl1pPr>
            <a:lvl2pPr>
              <a:buNone/>
              <a:defRPr sz="2025" b="0">
                <a:solidFill>
                  <a:srgbClr val="172B4D"/>
                </a:solidFill>
              </a:defRPr>
            </a:lvl2pPr>
            <a:lvl3pPr>
              <a:buNone/>
              <a:defRPr sz="2025" b="0">
                <a:solidFill>
                  <a:srgbClr val="172B4D"/>
                </a:solidFill>
              </a:defRPr>
            </a:lvl3pPr>
            <a:lvl4pPr>
              <a:buNone/>
              <a:defRPr sz="2025" b="0">
                <a:solidFill>
                  <a:srgbClr val="172B4D"/>
                </a:solidFill>
              </a:defRPr>
            </a:lvl4pPr>
            <a:lvl5pPr>
              <a:buNone/>
              <a:defRPr sz="2025" b="0">
                <a:solidFill>
                  <a:srgbClr val="172B4D"/>
                </a:solidFill>
              </a:defRPr>
            </a:lvl5pPr>
            <a:lvl6pPr>
              <a:buNone/>
              <a:defRPr sz="2025" b="0">
                <a:solidFill>
                  <a:srgbClr val="172B4D"/>
                </a:solidFill>
              </a:defRPr>
            </a:lvl6pPr>
            <a:lvl7pPr>
              <a:buNone/>
              <a:defRPr sz="2025" b="0">
                <a:solidFill>
                  <a:srgbClr val="172B4D"/>
                </a:solidFill>
              </a:defRPr>
            </a:lvl7pPr>
            <a:lvl8pPr>
              <a:buNone/>
              <a:defRPr sz="2025" b="0">
                <a:solidFill>
                  <a:srgbClr val="172B4D"/>
                </a:solidFill>
              </a:defRPr>
            </a:lvl8pPr>
            <a:lvl9pPr>
              <a:buNone/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Trivy scans the repository for secrets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7484D-2DF3-4EB3-A7D6-BC2AA66C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5290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buNone/>
              <a:defRPr sz="2025" b="0">
                <a:solidFill>
                  <a:srgbClr val="172B4D"/>
                </a:solidFill>
              </a:defRPr>
            </a:lvl1pPr>
            <a:lvl2pPr>
              <a:buNone/>
              <a:defRPr sz="2025" b="0">
                <a:solidFill>
                  <a:srgbClr val="172B4D"/>
                </a:solidFill>
              </a:defRPr>
            </a:lvl2pPr>
            <a:lvl3pPr>
              <a:buNone/>
              <a:defRPr sz="2025" b="0">
                <a:solidFill>
                  <a:srgbClr val="172B4D"/>
                </a:solidFill>
              </a:defRPr>
            </a:lvl3pPr>
            <a:lvl4pPr>
              <a:buNone/>
              <a:defRPr sz="2025" b="0">
                <a:solidFill>
                  <a:srgbClr val="172B4D"/>
                </a:solidFill>
              </a:defRPr>
            </a:lvl4pPr>
            <a:lvl5pPr>
              <a:buNone/>
              <a:defRPr sz="2025" b="0">
                <a:solidFill>
                  <a:srgbClr val="172B4D"/>
                </a:solidFill>
              </a:defRPr>
            </a:lvl5pPr>
            <a:lvl6pPr>
              <a:buNone/>
              <a:defRPr sz="2025" b="0">
                <a:solidFill>
                  <a:srgbClr val="172B4D"/>
                </a:solidFill>
              </a:defRPr>
            </a:lvl6pPr>
            <a:lvl7pPr>
              <a:buNone/>
              <a:defRPr sz="2025" b="0">
                <a:solidFill>
                  <a:srgbClr val="172B4D"/>
                </a:solidFill>
              </a:defRPr>
            </a:lvl7pPr>
            <a:lvl8pPr>
              <a:buNone/>
              <a:defRPr sz="2025" b="0">
                <a:solidFill>
                  <a:srgbClr val="172B4D"/>
                </a:solidFill>
              </a:defRPr>
            </a:lvl8pPr>
            <a:lvl9pPr>
              <a:buNone/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Trivy scans both container images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2813A-A7BA-40C9-9A3B-2B00F5AF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2920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buNone/>
              <a:defRPr sz="2025" b="0">
                <a:solidFill>
                  <a:srgbClr val="172B4D"/>
                </a:solidFill>
              </a:defRPr>
            </a:lvl1pPr>
            <a:lvl2pPr>
              <a:buNone/>
              <a:defRPr sz="2025" b="0">
                <a:solidFill>
                  <a:srgbClr val="172B4D"/>
                </a:solidFill>
              </a:defRPr>
            </a:lvl2pPr>
            <a:lvl3pPr>
              <a:buNone/>
              <a:defRPr sz="2025" b="0">
                <a:solidFill>
                  <a:srgbClr val="172B4D"/>
                </a:solidFill>
              </a:defRPr>
            </a:lvl3pPr>
            <a:lvl4pPr>
              <a:buNone/>
              <a:defRPr sz="2025" b="0">
                <a:solidFill>
                  <a:srgbClr val="172B4D"/>
                </a:solidFill>
              </a:defRPr>
            </a:lvl4pPr>
            <a:lvl5pPr>
              <a:buNone/>
              <a:defRPr sz="2025" b="0">
                <a:solidFill>
                  <a:srgbClr val="172B4D"/>
                </a:solidFill>
              </a:defRPr>
            </a:lvl5pPr>
            <a:lvl6pPr>
              <a:buNone/>
              <a:defRPr sz="2025" b="0">
                <a:solidFill>
                  <a:srgbClr val="172B4D"/>
                </a:solidFill>
              </a:defRPr>
            </a:lvl6pPr>
            <a:lvl7pPr>
              <a:buNone/>
              <a:defRPr sz="2025" b="0">
                <a:solidFill>
                  <a:srgbClr val="172B4D"/>
                </a:solidFill>
              </a:defRPr>
            </a:lvl7pPr>
            <a:lvl8pPr>
              <a:buNone/>
              <a:defRPr sz="2025" b="0">
                <a:solidFill>
                  <a:srgbClr val="172B4D"/>
                </a:solidFill>
              </a:defRPr>
            </a:lvl8pPr>
            <a:lvl9pPr>
              <a:buNone/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HIGH or CRITICAL image findings fail the 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EFFA8-546C-4166-A8BF-E23057E1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2400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buNone/>
              <a:defRPr sz="2025" b="0">
                <a:solidFill>
                  <a:srgbClr val="172B4D"/>
                </a:solidFill>
              </a:defRPr>
            </a:lvl1pPr>
            <a:lvl2pPr>
              <a:buNone/>
              <a:defRPr sz="2025" b="0">
                <a:solidFill>
                  <a:srgbClr val="172B4D"/>
                </a:solidFill>
              </a:defRPr>
            </a:lvl2pPr>
            <a:lvl3pPr>
              <a:buNone/>
              <a:defRPr sz="2025" b="0">
                <a:solidFill>
                  <a:srgbClr val="172B4D"/>
                </a:solidFill>
              </a:defRPr>
            </a:lvl3pPr>
            <a:lvl4pPr>
              <a:buNone/>
              <a:defRPr sz="2025" b="0">
                <a:solidFill>
                  <a:srgbClr val="172B4D"/>
                </a:solidFill>
              </a:defRPr>
            </a:lvl4pPr>
            <a:lvl5pPr>
              <a:buNone/>
              <a:defRPr sz="2025" b="0">
                <a:solidFill>
                  <a:srgbClr val="172B4D"/>
                </a:solidFill>
              </a:defRPr>
            </a:lvl5pPr>
            <a:lvl6pPr>
              <a:buNone/>
              <a:defRPr sz="2025" b="0">
                <a:solidFill>
                  <a:srgbClr val="172B4D"/>
                </a:solidFill>
              </a:defRPr>
            </a:lvl6pPr>
            <a:lvl7pPr>
              <a:buNone/>
              <a:defRPr sz="2025" b="0">
                <a:solidFill>
                  <a:srgbClr val="172B4D"/>
                </a:solidFill>
              </a:defRPr>
            </a:lvl7pPr>
            <a:lvl8pPr>
              <a:buNone/>
              <a:defRPr sz="2025" b="0">
                <a:solidFill>
                  <a:srgbClr val="172B4D"/>
                </a:solidFill>
              </a:defRPr>
            </a:lvl8pPr>
            <a:lvl9pPr>
              <a:buNone/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The saved release scans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17EE1-172E-4860-B774-27B35859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7650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buNone/>
              <a:defRPr sz="2025" b="0">
                <a:solidFill>
                  <a:srgbClr val="172B4D"/>
                </a:solidFill>
              </a:defRPr>
            </a:lvl1pPr>
            <a:lvl2pPr>
              <a:buNone/>
              <a:defRPr sz="2025" b="0">
                <a:solidFill>
                  <a:srgbClr val="172B4D"/>
                </a:solidFill>
              </a:defRPr>
            </a:lvl2pPr>
            <a:lvl3pPr>
              <a:buNone/>
              <a:defRPr sz="2025" b="0">
                <a:solidFill>
                  <a:srgbClr val="172B4D"/>
                </a:solidFill>
              </a:defRPr>
            </a:lvl3pPr>
            <a:lvl4pPr>
              <a:buNone/>
              <a:defRPr sz="2025" b="0">
                <a:solidFill>
                  <a:srgbClr val="172B4D"/>
                </a:solidFill>
              </a:defRPr>
            </a:lvl4pPr>
            <a:lvl5pPr>
              <a:buNone/>
              <a:defRPr sz="2025" b="0">
                <a:solidFill>
                  <a:srgbClr val="172B4D"/>
                </a:solidFill>
              </a:defRPr>
            </a:lvl5pPr>
            <a:lvl6pPr>
              <a:buNone/>
              <a:defRPr sz="2025" b="0">
                <a:solidFill>
                  <a:srgbClr val="172B4D"/>
                </a:solidFill>
              </a:defRPr>
            </a:lvl6pPr>
            <a:lvl7pPr>
              <a:buNone/>
              <a:defRPr sz="2025" b="0">
                <a:solidFill>
                  <a:srgbClr val="172B4D"/>
                </a:solidFill>
              </a:defRPr>
            </a:lvl7pPr>
            <a:lvl8pPr>
              <a:buNone/>
              <a:defRPr sz="2025" b="0">
                <a:solidFill>
                  <a:srgbClr val="172B4D"/>
                </a:solidFill>
              </a:defRPr>
            </a:lvl8pPr>
            <a:lvl9pPr>
              <a:buNone/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A clean result covers that scan and dependency 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1A07D-4CC6-41D0-B21B-5CDA495A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buNone/>
              <a:defRPr sz="2025" b="0">
                <a:solidFill>
                  <a:srgbClr val="172B4D"/>
                </a:solidFill>
              </a:defRPr>
            </a:lvl1pPr>
            <a:lvl2pPr>
              <a:buNone/>
              <a:defRPr sz="2025" b="0">
                <a:solidFill>
                  <a:srgbClr val="172B4D"/>
                </a:solidFill>
              </a:defRPr>
            </a:lvl2pPr>
            <a:lvl3pPr>
              <a:buNone/>
              <a:defRPr sz="2025" b="0">
                <a:solidFill>
                  <a:srgbClr val="172B4D"/>
                </a:solidFill>
              </a:defRPr>
            </a:lvl3pPr>
            <a:lvl4pPr>
              <a:buNone/>
              <a:defRPr sz="2025" b="0">
                <a:solidFill>
                  <a:srgbClr val="172B4D"/>
                </a:solidFill>
              </a:defRPr>
            </a:lvl4pPr>
            <a:lvl5pPr>
              <a:buNone/>
              <a:defRPr sz="2025" b="0">
                <a:solidFill>
                  <a:srgbClr val="172B4D"/>
                </a:solidFill>
              </a:defRPr>
            </a:lvl5pPr>
            <a:lvl6pPr>
              <a:buNone/>
              <a:defRPr sz="2025" b="0">
                <a:solidFill>
                  <a:srgbClr val="172B4D"/>
                </a:solidFill>
              </a:defRPr>
            </a:lvl6pPr>
            <a:lvl7pPr>
              <a:buNone/>
              <a:defRPr sz="2025" b="0">
                <a:solidFill>
                  <a:srgbClr val="172B4D"/>
                </a:solidFill>
              </a:defRPr>
            </a:lvl7pPr>
            <a:lvl8pPr>
              <a:buNone/>
              <a:defRPr sz="2025" b="0">
                <a:solidFill>
                  <a:srgbClr val="172B4D"/>
                </a:solidFill>
              </a:defRPr>
            </a:lvl8pPr>
            <a:lvl9pPr>
              <a:buNone/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New dependency or image changes require another scan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4142D-8B15-4B03-8BDD-9D5247A1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085"/>
                </a:solidFill>
              </a:defRPr>
            </a:defPPr>
            <a:lvl1pPr>
              <a:buNone/>
              <a:defRPr sz="1200" b="0">
                <a:solidFill>
                  <a:srgbClr val="667085"/>
                </a:solidFill>
              </a:defRPr>
            </a:lvl1pPr>
            <a:lvl2pPr>
              <a:buNone/>
              <a:defRPr sz="1200" b="0">
                <a:solidFill>
                  <a:srgbClr val="667085"/>
                </a:solidFill>
              </a:defRPr>
            </a:lvl2pPr>
            <a:lvl3pPr>
              <a:buNone/>
              <a:defRPr sz="1200" b="0">
                <a:solidFill>
                  <a:srgbClr val="667085"/>
                </a:solidFill>
              </a:defRPr>
            </a:lvl3pPr>
            <a:lvl4pPr>
              <a:buNone/>
              <a:defRPr sz="1200" b="0">
                <a:solidFill>
                  <a:srgbClr val="667085"/>
                </a:solidFill>
              </a:defRPr>
            </a:lvl4pPr>
            <a:lvl5pPr>
              <a:buNone/>
              <a:defRPr sz="1200" b="0">
                <a:solidFill>
                  <a:srgbClr val="667085"/>
                </a:solidFill>
              </a:defRPr>
            </a:lvl5pPr>
            <a:lvl6pPr>
              <a:buNone/>
              <a:defRPr sz="1200" b="0">
                <a:solidFill>
                  <a:srgbClr val="667085"/>
                </a:solidFill>
              </a:defRPr>
            </a:lvl6pPr>
            <a:lvl7pPr>
              <a:buNone/>
              <a:defRPr sz="1200" b="0">
                <a:solidFill>
                  <a:srgbClr val="667085"/>
                </a:solidFill>
              </a:defRPr>
            </a:lvl7pPr>
            <a:lvl8pPr>
              <a:buNone/>
              <a:defRPr sz="1200" b="0">
                <a:solidFill>
                  <a:srgbClr val="667085"/>
                </a:solidFill>
              </a:defRPr>
            </a:lvl8pPr>
            <a:lvl9pPr>
              <a:buNone/>
              <a:defRPr sz="12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850388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DE989-7451-4E08-980D-6D6FD5F2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641"/>
                </a:solidFill>
              </a:defRPr>
            </a:defPPr>
            <a:lvl1pPr>
              <a:buNone/>
              <a:defRPr sz="3300" b="1">
                <a:solidFill>
                  <a:srgbClr val="122641"/>
                </a:solidFill>
              </a:defRPr>
            </a:lvl1pPr>
            <a:lvl2pPr>
              <a:buNone/>
              <a:defRPr sz="3300" b="1">
                <a:solidFill>
                  <a:srgbClr val="122641"/>
                </a:solidFill>
              </a:defRPr>
            </a:lvl2pPr>
            <a:lvl3pPr>
              <a:buNone/>
              <a:defRPr sz="3300" b="1">
                <a:solidFill>
                  <a:srgbClr val="122641"/>
                </a:solidFill>
              </a:defRPr>
            </a:lvl3pPr>
            <a:lvl4pPr>
              <a:buNone/>
              <a:defRPr sz="3300" b="1">
                <a:solidFill>
                  <a:srgbClr val="122641"/>
                </a:solidFill>
              </a:defRPr>
            </a:lvl4pPr>
            <a:lvl5pPr>
              <a:buNone/>
              <a:defRPr sz="3300" b="1">
                <a:solidFill>
                  <a:srgbClr val="122641"/>
                </a:solidFill>
              </a:defRPr>
            </a:lvl5pPr>
            <a:lvl6pPr>
              <a:buNone/>
              <a:defRPr sz="3300" b="1">
                <a:solidFill>
                  <a:srgbClr val="122641"/>
                </a:solidFill>
              </a:defRPr>
            </a:lvl6pPr>
            <a:lvl7pPr>
              <a:buNone/>
              <a:defRPr sz="3300" b="1">
                <a:solidFill>
                  <a:srgbClr val="122641"/>
                </a:solidFill>
              </a:defRPr>
            </a:lvl7pPr>
            <a:lvl8pPr>
              <a:buNone/>
              <a:defRPr sz="3300" b="1">
                <a:solidFill>
                  <a:srgbClr val="122641"/>
                </a:solidFill>
              </a:defRPr>
            </a:lvl8pPr>
            <a:lvl9pPr>
              <a:buNone/>
              <a:defRPr sz="3300" b="1">
                <a:solidFill>
                  <a:srgbClr val="122641"/>
                </a:solidFill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641"/>
                </a:solidFill>
              </a:defRPr>
            </a:pPr>
            <a:r>
              <a:rPr sz="3300" b="1">
                <a:solidFill>
                  <a:srgbClr val="122641"/>
                </a:solidFill>
              </a:rPr>
              <a:t>Terraform on Azure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C9474-669D-4522-95FC-B764D16F30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de215e4c04037"/>
          <a:stretch xmlns:a="http://schemas.openxmlformats.org/drawingml/2006/main"/>
        </p:blipFill>
        <p:spPr>
          <a:xfrm xmlns:a="http://schemas.openxmlformats.org/drawingml/2006/main">
            <a:off x="514350" y="1403640"/>
            <a:ext cx="7810500" cy="457459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C5BD6-EC47-4355-B69D-74601A54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240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VNet, subnet and restricted NSG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E1190-ED02-4F77-8093-2C742264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955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One Standard_B2als_v2 VM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ACBB1-4FFB-4D78-B7AB-A92D2654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671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K3s runs the Kubernetes workload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7E5BF-D878-45D0-8641-0B1D145B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386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Kubernetes API access uses an SSH tunnel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7C676-F64E-4129-B70B-704EE5CD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77A"/>
                </a:solidFill>
              </a:defRPr>
            </a:defPPr>
            <a:lvl1pPr>
              <a:buNone/>
              <a:defRPr sz="1275" b="0">
                <a:solidFill>
                  <a:srgbClr val="5B677A"/>
                </a:solidFill>
              </a:defRPr>
            </a:lvl1pPr>
            <a:lvl2pPr>
              <a:buNone/>
              <a:defRPr sz="1275" b="0">
                <a:solidFill>
                  <a:srgbClr val="5B677A"/>
                </a:solidFill>
              </a:defRPr>
            </a:lvl2pPr>
            <a:lvl3pPr>
              <a:buNone/>
              <a:defRPr sz="1275" b="0">
                <a:solidFill>
                  <a:srgbClr val="5B677A"/>
                </a:solidFill>
              </a:defRPr>
            </a:lvl3pPr>
            <a:lvl4pPr>
              <a:buNone/>
              <a:defRPr sz="1275" b="0">
                <a:solidFill>
                  <a:srgbClr val="5B677A"/>
                </a:solidFill>
              </a:defRPr>
            </a:lvl4pPr>
            <a:lvl5pPr>
              <a:buNone/>
              <a:defRPr sz="1275" b="0">
                <a:solidFill>
                  <a:srgbClr val="5B677A"/>
                </a:solidFill>
              </a:defRPr>
            </a:lvl5pPr>
            <a:lvl6pPr>
              <a:buNone/>
              <a:defRPr sz="1275" b="0">
                <a:solidFill>
                  <a:srgbClr val="5B677A"/>
                </a:solidFill>
              </a:defRPr>
            </a:lvl6pPr>
            <a:lvl7pPr>
              <a:buNone/>
              <a:defRPr sz="1275" b="0">
                <a:solidFill>
                  <a:srgbClr val="5B677A"/>
                </a:solidFill>
              </a:defRPr>
            </a:lvl7pPr>
            <a:lvl8pPr>
              <a:buNone/>
              <a:defRPr sz="1275" b="0">
                <a:solidFill>
                  <a:srgbClr val="5B677A"/>
                </a:solidFill>
              </a:defRPr>
            </a:lvl8pPr>
            <a:lvl9pPr>
              <a:buNone/>
              <a:defRPr sz="1275" b="0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B677A"/>
                </a:solidFill>
              </a:defRPr>
            </a:pPr>
            <a:r>
              <a:rPr sz="1275" b="0">
                <a:solidFill>
                  <a:srgbClr val="5B677A"/>
                </a:solidFill>
              </a:rPr>
              <a:t>Recorded Terraform plan viewed in Mac zsh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3CF6E-760D-44E5-A740-37DCCC60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085"/>
                </a:solidFill>
              </a:defRPr>
            </a:defPPr>
            <a:lvl1pPr>
              <a:buNone/>
              <a:defRPr sz="1200" b="0">
                <a:solidFill>
                  <a:srgbClr val="667085"/>
                </a:solidFill>
              </a:defRPr>
            </a:lvl1pPr>
            <a:lvl2pPr>
              <a:buNone/>
              <a:defRPr sz="1200" b="0">
                <a:solidFill>
                  <a:srgbClr val="667085"/>
                </a:solidFill>
              </a:defRPr>
            </a:lvl2pPr>
            <a:lvl3pPr>
              <a:buNone/>
              <a:defRPr sz="1200" b="0">
                <a:solidFill>
                  <a:srgbClr val="667085"/>
                </a:solidFill>
              </a:defRPr>
            </a:lvl3pPr>
            <a:lvl4pPr>
              <a:buNone/>
              <a:defRPr sz="1200" b="0">
                <a:solidFill>
                  <a:srgbClr val="667085"/>
                </a:solidFill>
              </a:defRPr>
            </a:lvl4pPr>
            <a:lvl5pPr>
              <a:buNone/>
              <a:defRPr sz="1200" b="0">
                <a:solidFill>
                  <a:srgbClr val="667085"/>
                </a:solidFill>
              </a:defRPr>
            </a:lvl5pPr>
            <a:lvl6pPr>
              <a:buNone/>
              <a:defRPr sz="1200" b="0">
                <a:solidFill>
                  <a:srgbClr val="667085"/>
                </a:solidFill>
              </a:defRPr>
            </a:lvl6pPr>
            <a:lvl7pPr>
              <a:buNone/>
              <a:defRPr sz="1200" b="0">
                <a:solidFill>
                  <a:srgbClr val="667085"/>
                </a:solidFill>
              </a:defRPr>
            </a:lvl7pPr>
            <a:lvl8pPr>
              <a:buNone/>
              <a:defRPr sz="1200" b="0">
                <a:solidFill>
                  <a:srgbClr val="667085"/>
                </a:solidFill>
              </a:defRPr>
            </a:lvl8pPr>
            <a:lvl9pPr>
              <a:buNone/>
              <a:defRPr sz="12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462101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EB116-77F5-4C41-94F8-F7299D18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641"/>
                </a:solidFill>
              </a:defRPr>
            </a:defPPr>
            <a:lvl1pPr>
              <a:buNone/>
              <a:defRPr sz="3300" b="1">
                <a:solidFill>
                  <a:srgbClr val="122641"/>
                </a:solidFill>
              </a:defRPr>
            </a:lvl1pPr>
            <a:lvl2pPr>
              <a:buNone/>
              <a:defRPr sz="3300" b="1">
                <a:solidFill>
                  <a:srgbClr val="122641"/>
                </a:solidFill>
              </a:defRPr>
            </a:lvl2pPr>
            <a:lvl3pPr>
              <a:buNone/>
              <a:defRPr sz="3300" b="1">
                <a:solidFill>
                  <a:srgbClr val="122641"/>
                </a:solidFill>
              </a:defRPr>
            </a:lvl3pPr>
            <a:lvl4pPr>
              <a:buNone/>
              <a:defRPr sz="3300" b="1">
                <a:solidFill>
                  <a:srgbClr val="122641"/>
                </a:solidFill>
              </a:defRPr>
            </a:lvl4pPr>
            <a:lvl5pPr>
              <a:buNone/>
              <a:defRPr sz="3300" b="1">
                <a:solidFill>
                  <a:srgbClr val="122641"/>
                </a:solidFill>
              </a:defRPr>
            </a:lvl5pPr>
            <a:lvl6pPr>
              <a:buNone/>
              <a:defRPr sz="3300" b="1">
                <a:solidFill>
                  <a:srgbClr val="122641"/>
                </a:solidFill>
              </a:defRPr>
            </a:lvl6pPr>
            <a:lvl7pPr>
              <a:buNone/>
              <a:defRPr sz="3300" b="1">
                <a:solidFill>
                  <a:srgbClr val="122641"/>
                </a:solidFill>
              </a:defRPr>
            </a:lvl7pPr>
            <a:lvl8pPr>
              <a:buNone/>
              <a:defRPr sz="3300" b="1">
                <a:solidFill>
                  <a:srgbClr val="122641"/>
                </a:solidFill>
              </a:defRPr>
            </a:lvl8pPr>
            <a:lvl9pPr>
              <a:buNone/>
              <a:defRPr sz="3300" b="1">
                <a:solidFill>
                  <a:srgbClr val="122641"/>
                </a:solidFill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641"/>
                </a:solidFill>
              </a:defRPr>
            </a:pPr>
            <a:r>
              <a:rPr sz="3300" b="1">
                <a:solidFill>
                  <a:srgbClr val="122641"/>
                </a:solidFill>
              </a:rPr>
              <a:t>Kubernetes and Helm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19FC9-3ED1-4D9D-BE34-A7E420A812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e52264ea94310"/>
          <a:stretch xmlns:a="http://schemas.openxmlformats.org/drawingml/2006/main"/>
        </p:blipFill>
        <p:spPr>
          <a:xfrm xmlns:a="http://schemas.openxmlformats.org/drawingml/2006/main">
            <a:off x="514350" y="1403640"/>
            <a:ext cx="7810500" cy="457459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1E122-3152-48D3-84AB-737B66EA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240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Frontend and backend Deployments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CF05B-D1F1-4E24-8042-835AC5FD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955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ClusterIP Services and Ingress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DA24A-2224-479C-AD34-4B559EB9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671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ConfigMap, Secret and readiness probes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0F153-9897-491B-9BCF-F297CE73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386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PostgreSQL PVC keeps application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CE427-10A1-464D-9CC3-F64A78BE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77A"/>
                </a:solidFill>
              </a:defRPr>
            </a:defPPr>
            <a:lvl1pPr>
              <a:buNone/>
              <a:defRPr sz="1275" b="0">
                <a:solidFill>
                  <a:srgbClr val="5B677A"/>
                </a:solidFill>
              </a:defRPr>
            </a:lvl1pPr>
            <a:lvl2pPr>
              <a:buNone/>
              <a:defRPr sz="1275" b="0">
                <a:solidFill>
                  <a:srgbClr val="5B677A"/>
                </a:solidFill>
              </a:defRPr>
            </a:lvl2pPr>
            <a:lvl3pPr>
              <a:buNone/>
              <a:defRPr sz="1275" b="0">
                <a:solidFill>
                  <a:srgbClr val="5B677A"/>
                </a:solidFill>
              </a:defRPr>
            </a:lvl3pPr>
            <a:lvl4pPr>
              <a:buNone/>
              <a:defRPr sz="1275" b="0">
                <a:solidFill>
                  <a:srgbClr val="5B677A"/>
                </a:solidFill>
              </a:defRPr>
            </a:lvl4pPr>
            <a:lvl5pPr>
              <a:buNone/>
              <a:defRPr sz="1275" b="0">
                <a:solidFill>
                  <a:srgbClr val="5B677A"/>
                </a:solidFill>
              </a:defRPr>
            </a:lvl5pPr>
            <a:lvl6pPr>
              <a:buNone/>
              <a:defRPr sz="1275" b="0">
                <a:solidFill>
                  <a:srgbClr val="5B677A"/>
                </a:solidFill>
              </a:defRPr>
            </a:lvl6pPr>
            <a:lvl7pPr>
              <a:buNone/>
              <a:defRPr sz="1275" b="0">
                <a:solidFill>
                  <a:srgbClr val="5B677A"/>
                </a:solidFill>
              </a:defRPr>
            </a:lvl7pPr>
            <a:lvl8pPr>
              <a:buNone/>
              <a:defRPr sz="1275" b="0">
                <a:solidFill>
                  <a:srgbClr val="5B677A"/>
                </a:solidFill>
              </a:defRPr>
            </a:lvl8pPr>
            <a:lvl9pPr>
              <a:buNone/>
              <a:defRPr sz="1275" b="0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B677A"/>
                </a:solidFill>
              </a:defRPr>
            </a:pPr>
            <a:r>
              <a:rPr sz="1275" b="0">
                <a:solidFill>
                  <a:srgbClr val="5B677A"/>
                </a:solidFill>
              </a:rPr>
              <a:t>Recorded Pod status viewed in Mac zsh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29B92-2F4B-455D-B8AF-0A777BB4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085"/>
                </a:solidFill>
              </a:defRPr>
            </a:defPPr>
            <a:lvl1pPr>
              <a:buNone/>
              <a:defRPr sz="1200" b="0">
                <a:solidFill>
                  <a:srgbClr val="667085"/>
                </a:solidFill>
              </a:defRPr>
            </a:lvl1pPr>
            <a:lvl2pPr>
              <a:buNone/>
              <a:defRPr sz="1200" b="0">
                <a:solidFill>
                  <a:srgbClr val="667085"/>
                </a:solidFill>
              </a:defRPr>
            </a:lvl2pPr>
            <a:lvl3pPr>
              <a:buNone/>
              <a:defRPr sz="1200" b="0">
                <a:solidFill>
                  <a:srgbClr val="667085"/>
                </a:solidFill>
              </a:defRPr>
            </a:lvl3pPr>
            <a:lvl4pPr>
              <a:buNone/>
              <a:defRPr sz="1200" b="0">
                <a:solidFill>
                  <a:srgbClr val="667085"/>
                </a:solidFill>
              </a:defRPr>
            </a:lvl4pPr>
            <a:lvl5pPr>
              <a:buNone/>
              <a:defRPr sz="1200" b="0">
                <a:solidFill>
                  <a:srgbClr val="667085"/>
                </a:solidFill>
              </a:defRPr>
            </a:lvl5pPr>
            <a:lvl6pPr>
              <a:buNone/>
              <a:defRPr sz="1200" b="0">
                <a:solidFill>
                  <a:srgbClr val="667085"/>
                </a:solidFill>
              </a:defRPr>
            </a:lvl6pPr>
            <a:lvl7pPr>
              <a:buNone/>
              <a:defRPr sz="1200" b="0">
                <a:solidFill>
                  <a:srgbClr val="667085"/>
                </a:solidFill>
              </a:defRPr>
            </a:lvl7pPr>
            <a:lvl8pPr>
              <a:buNone/>
              <a:defRPr sz="1200" b="0">
                <a:solidFill>
                  <a:srgbClr val="667085"/>
                </a:solidFill>
              </a:defRPr>
            </a:lvl8pPr>
            <a:lvl9pPr>
              <a:buNone/>
              <a:defRPr sz="12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14505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F5A98-B787-4359-B1D4-752A1F29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641"/>
                </a:solidFill>
              </a:defRPr>
            </a:defPPr>
            <a:lvl1pPr>
              <a:buNone/>
              <a:defRPr sz="3300" b="1">
                <a:solidFill>
                  <a:srgbClr val="122641"/>
                </a:solidFill>
              </a:defRPr>
            </a:lvl1pPr>
            <a:lvl2pPr>
              <a:buNone/>
              <a:defRPr sz="3300" b="1">
                <a:solidFill>
                  <a:srgbClr val="122641"/>
                </a:solidFill>
              </a:defRPr>
            </a:lvl2pPr>
            <a:lvl3pPr>
              <a:buNone/>
              <a:defRPr sz="3300" b="1">
                <a:solidFill>
                  <a:srgbClr val="122641"/>
                </a:solidFill>
              </a:defRPr>
            </a:lvl3pPr>
            <a:lvl4pPr>
              <a:buNone/>
              <a:defRPr sz="3300" b="1">
                <a:solidFill>
                  <a:srgbClr val="122641"/>
                </a:solidFill>
              </a:defRPr>
            </a:lvl4pPr>
            <a:lvl5pPr>
              <a:buNone/>
              <a:defRPr sz="3300" b="1">
                <a:solidFill>
                  <a:srgbClr val="122641"/>
                </a:solidFill>
              </a:defRPr>
            </a:lvl5pPr>
            <a:lvl6pPr>
              <a:buNone/>
              <a:defRPr sz="3300" b="1">
                <a:solidFill>
                  <a:srgbClr val="122641"/>
                </a:solidFill>
              </a:defRPr>
            </a:lvl6pPr>
            <a:lvl7pPr>
              <a:buNone/>
              <a:defRPr sz="3300" b="1">
                <a:solidFill>
                  <a:srgbClr val="122641"/>
                </a:solidFill>
              </a:defRPr>
            </a:lvl7pPr>
            <a:lvl8pPr>
              <a:buNone/>
              <a:defRPr sz="3300" b="1">
                <a:solidFill>
                  <a:srgbClr val="122641"/>
                </a:solidFill>
              </a:defRPr>
            </a:lvl8pPr>
            <a:lvl9pPr>
              <a:buNone/>
              <a:defRPr sz="3300" b="1">
                <a:solidFill>
                  <a:srgbClr val="122641"/>
                </a:solidFill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641"/>
                </a:solidFill>
              </a:defRPr>
            </a:pPr>
            <a:r>
              <a:rPr sz="3300" b="1">
                <a:solidFill>
                  <a:srgbClr val="122641"/>
                </a:solidFill>
              </a:rPr>
              <a:t>Autoscaling under load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F0A5F-C6E5-4042-8808-CC5DC9EDB9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ed3a252e047ef"/>
          <a:stretch xmlns:a="http://schemas.openxmlformats.org/drawingml/2006/main"/>
        </p:blipFill>
        <p:spPr>
          <a:xfrm xmlns:a="http://schemas.openxmlformats.org/drawingml/2006/main">
            <a:off x="514350" y="1403640"/>
            <a:ext cx="7810500" cy="457459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85DFE-7BEB-4D79-BBD9-D802DC74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240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HTTP load increases backend CPU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EA244-3BB4-47CB-B90E-A3F4D394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955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HPA observes CPU metrics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B5AF5-31FA-4088-90BF-F344C516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671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Backend scaled from 2 to 4 Pods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237E2-3CE5-47E5-BE2D-10CED6A1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386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The load test uses bounded duration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3727E-7808-4877-ACAB-78C2D6E9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77A"/>
                </a:solidFill>
              </a:defRPr>
            </a:defPPr>
            <a:lvl1pPr>
              <a:buNone/>
              <a:defRPr sz="1275" b="0">
                <a:solidFill>
                  <a:srgbClr val="5B677A"/>
                </a:solidFill>
              </a:defRPr>
            </a:lvl1pPr>
            <a:lvl2pPr>
              <a:buNone/>
              <a:defRPr sz="1275" b="0">
                <a:solidFill>
                  <a:srgbClr val="5B677A"/>
                </a:solidFill>
              </a:defRPr>
            </a:lvl2pPr>
            <a:lvl3pPr>
              <a:buNone/>
              <a:defRPr sz="1275" b="0">
                <a:solidFill>
                  <a:srgbClr val="5B677A"/>
                </a:solidFill>
              </a:defRPr>
            </a:lvl3pPr>
            <a:lvl4pPr>
              <a:buNone/>
              <a:defRPr sz="1275" b="0">
                <a:solidFill>
                  <a:srgbClr val="5B677A"/>
                </a:solidFill>
              </a:defRPr>
            </a:lvl4pPr>
            <a:lvl5pPr>
              <a:buNone/>
              <a:defRPr sz="1275" b="0">
                <a:solidFill>
                  <a:srgbClr val="5B677A"/>
                </a:solidFill>
              </a:defRPr>
            </a:lvl5pPr>
            <a:lvl6pPr>
              <a:buNone/>
              <a:defRPr sz="1275" b="0">
                <a:solidFill>
                  <a:srgbClr val="5B677A"/>
                </a:solidFill>
              </a:defRPr>
            </a:lvl6pPr>
            <a:lvl7pPr>
              <a:buNone/>
              <a:defRPr sz="1275" b="0">
                <a:solidFill>
                  <a:srgbClr val="5B677A"/>
                </a:solidFill>
              </a:defRPr>
            </a:lvl7pPr>
            <a:lvl8pPr>
              <a:buNone/>
              <a:defRPr sz="1275" b="0">
                <a:solidFill>
                  <a:srgbClr val="5B677A"/>
                </a:solidFill>
              </a:defRPr>
            </a:lvl8pPr>
            <a:lvl9pPr>
              <a:buNone/>
              <a:defRPr sz="1275" b="0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B677A"/>
                </a:solidFill>
              </a:defRPr>
            </a:pPr>
            <a:r>
              <a:rPr sz="1275" b="0">
                <a:solidFill>
                  <a:srgbClr val="5B677A"/>
                </a:solidFill>
              </a:rPr>
              <a:t>Recorded Azure HPA results viewed in Mac zsh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17618-760E-4B0D-8747-D639CEB1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085"/>
                </a:solidFill>
              </a:defRPr>
            </a:defPPr>
            <a:lvl1pPr>
              <a:buNone/>
              <a:defRPr sz="1200" b="0">
                <a:solidFill>
                  <a:srgbClr val="667085"/>
                </a:solidFill>
              </a:defRPr>
            </a:lvl1pPr>
            <a:lvl2pPr>
              <a:buNone/>
              <a:defRPr sz="1200" b="0">
                <a:solidFill>
                  <a:srgbClr val="667085"/>
                </a:solidFill>
              </a:defRPr>
            </a:lvl2pPr>
            <a:lvl3pPr>
              <a:buNone/>
              <a:defRPr sz="1200" b="0">
                <a:solidFill>
                  <a:srgbClr val="667085"/>
                </a:solidFill>
              </a:defRPr>
            </a:lvl3pPr>
            <a:lvl4pPr>
              <a:buNone/>
              <a:defRPr sz="1200" b="0">
                <a:solidFill>
                  <a:srgbClr val="667085"/>
                </a:solidFill>
              </a:defRPr>
            </a:lvl4pPr>
            <a:lvl5pPr>
              <a:buNone/>
              <a:defRPr sz="1200" b="0">
                <a:solidFill>
                  <a:srgbClr val="667085"/>
                </a:solidFill>
              </a:defRPr>
            </a:lvl5pPr>
            <a:lvl6pPr>
              <a:buNone/>
              <a:defRPr sz="1200" b="0">
                <a:solidFill>
                  <a:srgbClr val="667085"/>
                </a:solidFill>
              </a:defRPr>
            </a:lvl6pPr>
            <a:lvl7pPr>
              <a:buNone/>
              <a:defRPr sz="1200" b="0">
                <a:solidFill>
                  <a:srgbClr val="667085"/>
                </a:solidFill>
              </a:defRPr>
            </a:lvl7pPr>
            <a:lvl8pPr>
              <a:buNone/>
              <a:defRPr sz="1200" b="0">
                <a:solidFill>
                  <a:srgbClr val="667085"/>
                </a:solidFill>
              </a:defRPr>
            </a:lvl8pPr>
            <a:lvl9pPr>
              <a:buNone/>
              <a:defRPr sz="12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371862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0C236-98C0-45EC-9D76-F8931C6B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641"/>
                </a:solidFill>
              </a:defRPr>
            </a:defPPr>
            <a:lvl1pPr>
              <a:buNone/>
              <a:defRPr sz="3300" b="1">
                <a:solidFill>
                  <a:srgbClr val="122641"/>
                </a:solidFill>
              </a:defRPr>
            </a:lvl1pPr>
            <a:lvl2pPr>
              <a:buNone/>
              <a:defRPr sz="3300" b="1">
                <a:solidFill>
                  <a:srgbClr val="122641"/>
                </a:solidFill>
              </a:defRPr>
            </a:lvl2pPr>
            <a:lvl3pPr>
              <a:buNone/>
              <a:defRPr sz="3300" b="1">
                <a:solidFill>
                  <a:srgbClr val="122641"/>
                </a:solidFill>
              </a:defRPr>
            </a:lvl3pPr>
            <a:lvl4pPr>
              <a:buNone/>
              <a:defRPr sz="3300" b="1">
                <a:solidFill>
                  <a:srgbClr val="122641"/>
                </a:solidFill>
              </a:defRPr>
            </a:lvl4pPr>
            <a:lvl5pPr>
              <a:buNone/>
              <a:defRPr sz="3300" b="1">
                <a:solidFill>
                  <a:srgbClr val="122641"/>
                </a:solidFill>
              </a:defRPr>
            </a:lvl5pPr>
            <a:lvl6pPr>
              <a:buNone/>
              <a:defRPr sz="3300" b="1">
                <a:solidFill>
                  <a:srgbClr val="122641"/>
                </a:solidFill>
              </a:defRPr>
            </a:lvl6pPr>
            <a:lvl7pPr>
              <a:buNone/>
              <a:defRPr sz="3300" b="1">
                <a:solidFill>
                  <a:srgbClr val="122641"/>
                </a:solidFill>
              </a:defRPr>
            </a:lvl7pPr>
            <a:lvl8pPr>
              <a:buNone/>
              <a:defRPr sz="3300" b="1">
                <a:solidFill>
                  <a:srgbClr val="122641"/>
                </a:solidFill>
              </a:defRPr>
            </a:lvl8pPr>
            <a:lvl9pPr>
              <a:buNone/>
              <a:defRPr sz="3300" b="1">
                <a:solidFill>
                  <a:srgbClr val="122641"/>
                </a:solidFill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641"/>
                </a:solidFill>
              </a:defRPr>
            </a:pPr>
            <a:r>
              <a:rPr sz="3300" b="1">
                <a:solidFill>
                  <a:srgbClr val="122641"/>
                </a:solidFill>
              </a:rPr>
              <a:t>Prometheus and Grafana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7D6A7-DAA1-44D2-B135-446EF46E7A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b890483684428"/>
          <a:stretch xmlns:a="http://schemas.openxmlformats.org/drawingml/2006/main"/>
        </p:blipFill>
        <p:spPr>
          <a:xfrm xmlns:a="http://schemas.openxmlformats.org/drawingml/2006/main">
            <a:off x="826558" y="1381125"/>
            <a:ext cx="7186083" cy="46196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96486-0CCB-424D-9745-B06A69DA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240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FastAPI exposes /metrics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434FC-29F2-4046-932F-ABA592DA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955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Prometheus scrapes the backend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C69F0-D298-42A2-9A9B-953E997D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671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The target reported 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14218-963F-4B64-89E9-1272D64F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386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Grafana shows application request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61D46-6BD6-4518-A8F2-97F5951B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77A"/>
                </a:solidFill>
              </a:defRPr>
            </a:defPPr>
            <a:lvl1pPr>
              <a:buNone/>
              <a:defRPr sz="1275" b="0">
                <a:solidFill>
                  <a:srgbClr val="5B677A"/>
                </a:solidFill>
              </a:defRPr>
            </a:lvl1pPr>
            <a:lvl2pPr>
              <a:buNone/>
              <a:defRPr sz="1275" b="0">
                <a:solidFill>
                  <a:srgbClr val="5B677A"/>
                </a:solidFill>
              </a:defRPr>
            </a:lvl2pPr>
            <a:lvl3pPr>
              <a:buNone/>
              <a:defRPr sz="1275" b="0">
                <a:solidFill>
                  <a:srgbClr val="5B677A"/>
                </a:solidFill>
              </a:defRPr>
            </a:lvl3pPr>
            <a:lvl4pPr>
              <a:buNone/>
              <a:defRPr sz="1275" b="0">
                <a:solidFill>
                  <a:srgbClr val="5B677A"/>
                </a:solidFill>
              </a:defRPr>
            </a:lvl4pPr>
            <a:lvl5pPr>
              <a:buNone/>
              <a:defRPr sz="1275" b="0">
                <a:solidFill>
                  <a:srgbClr val="5B677A"/>
                </a:solidFill>
              </a:defRPr>
            </a:lvl5pPr>
            <a:lvl6pPr>
              <a:buNone/>
              <a:defRPr sz="1275" b="0">
                <a:solidFill>
                  <a:srgbClr val="5B677A"/>
                </a:solidFill>
              </a:defRPr>
            </a:lvl6pPr>
            <a:lvl7pPr>
              <a:buNone/>
              <a:defRPr sz="1275" b="0">
                <a:solidFill>
                  <a:srgbClr val="5B677A"/>
                </a:solidFill>
              </a:defRPr>
            </a:lvl7pPr>
            <a:lvl8pPr>
              <a:buNone/>
              <a:defRPr sz="1275" b="0">
                <a:solidFill>
                  <a:srgbClr val="5B677A"/>
                </a:solidFill>
              </a:defRPr>
            </a:lvl8pPr>
            <a:lvl9pPr>
              <a:buNone/>
              <a:defRPr sz="1275" b="0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B677A"/>
                </a:solidFill>
              </a:defRPr>
            </a:pPr>
            <a:r>
              <a:rPr sz="1275" b="0">
                <a:solidFill>
                  <a:srgbClr val="5B677A"/>
                </a:solidFill>
              </a:rPr>
              <a:t>Grafana dashboard during the Azure demonstration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843D7-3266-4B5D-BF12-7F7D5D33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085"/>
                </a:solidFill>
              </a:defRPr>
            </a:defPPr>
            <a:lvl1pPr>
              <a:buNone/>
              <a:defRPr sz="1200" b="0">
                <a:solidFill>
                  <a:srgbClr val="667085"/>
                </a:solidFill>
              </a:defRPr>
            </a:lvl1pPr>
            <a:lvl2pPr>
              <a:buNone/>
              <a:defRPr sz="1200" b="0">
                <a:solidFill>
                  <a:srgbClr val="667085"/>
                </a:solidFill>
              </a:defRPr>
            </a:lvl2pPr>
            <a:lvl3pPr>
              <a:buNone/>
              <a:defRPr sz="1200" b="0">
                <a:solidFill>
                  <a:srgbClr val="667085"/>
                </a:solidFill>
              </a:defRPr>
            </a:lvl3pPr>
            <a:lvl4pPr>
              <a:buNone/>
              <a:defRPr sz="1200" b="0">
                <a:solidFill>
                  <a:srgbClr val="667085"/>
                </a:solidFill>
              </a:defRPr>
            </a:lvl4pPr>
            <a:lvl5pPr>
              <a:buNone/>
              <a:defRPr sz="1200" b="0">
                <a:solidFill>
                  <a:srgbClr val="667085"/>
                </a:solidFill>
              </a:defRPr>
            </a:lvl5pPr>
            <a:lvl6pPr>
              <a:buNone/>
              <a:defRPr sz="1200" b="0">
                <a:solidFill>
                  <a:srgbClr val="667085"/>
                </a:solidFill>
              </a:defRPr>
            </a:lvl6pPr>
            <a:lvl7pPr>
              <a:buNone/>
              <a:defRPr sz="1200" b="0">
                <a:solidFill>
                  <a:srgbClr val="667085"/>
                </a:solidFill>
              </a:defRPr>
            </a:lvl7pPr>
            <a:lvl8pPr>
              <a:buNone/>
              <a:defRPr sz="1200" b="0">
                <a:solidFill>
                  <a:srgbClr val="667085"/>
                </a:solidFill>
              </a:defRPr>
            </a:lvl8pPr>
            <a:lvl9pPr>
              <a:buNone/>
              <a:defRPr sz="12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251730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853D6-4F76-4E98-A8C1-FECEFEC4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641"/>
                </a:solidFill>
              </a:defRPr>
            </a:defPPr>
            <a:lvl1pPr>
              <a:buNone/>
              <a:defRPr sz="3300" b="1">
                <a:solidFill>
                  <a:srgbClr val="122641"/>
                </a:solidFill>
              </a:defRPr>
            </a:lvl1pPr>
            <a:lvl2pPr>
              <a:buNone/>
              <a:defRPr sz="3300" b="1">
                <a:solidFill>
                  <a:srgbClr val="122641"/>
                </a:solidFill>
              </a:defRPr>
            </a:lvl2pPr>
            <a:lvl3pPr>
              <a:buNone/>
              <a:defRPr sz="3300" b="1">
                <a:solidFill>
                  <a:srgbClr val="122641"/>
                </a:solidFill>
              </a:defRPr>
            </a:lvl3pPr>
            <a:lvl4pPr>
              <a:buNone/>
              <a:defRPr sz="3300" b="1">
                <a:solidFill>
                  <a:srgbClr val="122641"/>
                </a:solidFill>
              </a:defRPr>
            </a:lvl4pPr>
            <a:lvl5pPr>
              <a:buNone/>
              <a:defRPr sz="3300" b="1">
                <a:solidFill>
                  <a:srgbClr val="122641"/>
                </a:solidFill>
              </a:defRPr>
            </a:lvl5pPr>
            <a:lvl6pPr>
              <a:buNone/>
              <a:defRPr sz="3300" b="1">
                <a:solidFill>
                  <a:srgbClr val="122641"/>
                </a:solidFill>
              </a:defRPr>
            </a:lvl6pPr>
            <a:lvl7pPr>
              <a:buNone/>
              <a:defRPr sz="3300" b="1">
                <a:solidFill>
                  <a:srgbClr val="122641"/>
                </a:solidFill>
              </a:defRPr>
            </a:lvl7pPr>
            <a:lvl8pPr>
              <a:buNone/>
              <a:defRPr sz="3300" b="1">
                <a:solidFill>
                  <a:srgbClr val="122641"/>
                </a:solidFill>
              </a:defRPr>
            </a:lvl8pPr>
            <a:lvl9pPr>
              <a:buNone/>
              <a:defRPr sz="3300" b="1">
                <a:solidFill>
                  <a:srgbClr val="122641"/>
                </a:solidFill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641"/>
                </a:solidFill>
              </a:defRPr>
            </a:pPr>
            <a:r>
              <a:rPr sz="3300" b="1">
                <a:solidFill>
                  <a:srgbClr val="122641"/>
                </a:solidFill>
              </a:rPr>
              <a:t>GitOps reconciliation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90327-2767-4210-9325-A925C6487D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bea4ee4ae4094"/>
          <a:stretch xmlns:a="http://schemas.openxmlformats.org/drawingml/2006/main"/>
        </p:blipFill>
        <p:spPr>
          <a:xfrm xmlns:a="http://schemas.openxmlformats.org/drawingml/2006/main">
            <a:off x="514350" y="1403640"/>
            <a:ext cx="7810500" cy="457459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97947-C769-4F0E-A72F-D01027BD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240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Git stores the declared configuration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5D6E7-076F-44BA-8727-D4D6E826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955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Argo CD compares desired and live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8BDED-85B2-48B1-8299-BE505E69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671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The CI exercise changes a replica count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F3945-7D30-4EDE-A5DB-9CBC6897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386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Self-healing restores Synced and Healthy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98FA3-C115-446D-80EF-33865AB2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77A"/>
                </a:solidFill>
              </a:defRPr>
            </a:defPPr>
            <a:lvl1pPr>
              <a:buNone/>
              <a:defRPr sz="1275" b="0">
                <a:solidFill>
                  <a:srgbClr val="5B677A"/>
                </a:solidFill>
              </a:defRPr>
            </a:lvl1pPr>
            <a:lvl2pPr>
              <a:buNone/>
              <a:defRPr sz="1275" b="0">
                <a:solidFill>
                  <a:srgbClr val="5B677A"/>
                </a:solidFill>
              </a:defRPr>
            </a:lvl2pPr>
            <a:lvl3pPr>
              <a:buNone/>
              <a:defRPr sz="1275" b="0">
                <a:solidFill>
                  <a:srgbClr val="5B677A"/>
                </a:solidFill>
              </a:defRPr>
            </a:lvl3pPr>
            <a:lvl4pPr>
              <a:buNone/>
              <a:defRPr sz="1275" b="0">
                <a:solidFill>
                  <a:srgbClr val="5B677A"/>
                </a:solidFill>
              </a:defRPr>
            </a:lvl4pPr>
            <a:lvl5pPr>
              <a:buNone/>
              <a:defRPr sz="1275" b="0">
                <a:solidFill>
                  <a:srgbClr val="5B677A"/>
                </a:solidFill>
              </a:defRPr>
            </a:lvl5pPr>
            <a:lvl6pPr>
              <a:buNone/>
              <a:defRPr sz="1275" b="0">
                <a:solidFill>
                  <a:srgbClr val="5B677A"/>
                </a:solidFill>
              </a:defRPr>
            </a:lvl6pPr>
            <a:lvl7pPr>
              <a:buNone/>
              <a:defRPr sz="1275" b="0">
                <a:solidFill>
                  <a:srgbClr val="5B677A"/>
                </a:solidFill>
              </a:defRPr>
            </a:lvl7pPr>
            <a:lvl8pPr>
              <a:buNone/>
              <a:defRPr sz="1275" b="0">
                <a:solidFill>
                  <a:srgbClr val="5B677A"/>
                </a:solidFill>
              </a:defRPr>
            </a:lvl8pPr>
            <a:lvl9pPr>
              <a:buNone/>
              <a:defRPr sz="1275" b="0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B677A"/>
                </a:solidFill>
              </a:defRPr>
            </a:pPr>
            <a:r>
              <a:rPr sz="1275" b="0">
                <a:solidFill>
                  <a:srgbClr val="5B677A"/>
                </a:solidFill>
              </a:rPr>
              <a:t>Recorded isolated CI GitOps verification viewed in Mac zsh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25840-EEED-43C1-ABE3-72865E64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085"/>
                </a:solidFill>
              </a:defRPr>
            </a:defPPr>
            <a:lvl1pPr>
              <a:buNone/>
              <a:defRPr sz="1200" b="0">
                <a:solidFill>
                  <a:srgbClr val="667085"/>
                </a:solidFill>
              </a:defRPr>
            </a:lvl1pPr>
            <a:lvl2pPr>
              <a:buNone/>
              <a:defRPr sz="1200" b="0">
                <a:solidFill>
                  <a:srgbClr val="667085"/>
                </a:solidFill>
              </a:defRPr>
            </a:lvl2pPr>
            <a:lvl3pPr>
              <a:buNone/>
              <a:defRPr sz="1200" b="0">
                <a:solidFill>
                  <a:srgbClr val="667085"/>
                </a:solidFill>
              </a:defRPr>
            </a:lvl3pPr>
            <a:lvl4pPr>
              <a:buNone/>
              <a:defRPr sz="1200" b="0">
                <a:solidFill>
                  <a:srgbClr val="667085"/>
                </a:solidFill>
              </a:defRPr>
            </a:lvl4pPr>
            <a:lvl5pPr>
              <a:buNone/>
              <a:defRPr sz="1200" b="0">
                <a:solidFill>
                  <a:srgbClr val="667085"/>
                </a:solidFill>
              </a:defRPr>
            </a:lvl5pPr>
            <a:lvl6pPr>
              <a:buNone/>
              <a:defRPr sz="1200" b="0">
                <a:solidFill>
                  <a:srgbClr val="667085"/>
                </a:solidFill>
              </a:defRPr>
            </a:lvl6pPr>
            <a:lvl7pPr>
              <a:buNone/>
              <a:defRPr sz="1200" b="0">
                <a:solidFill>
                  <a:srgbClr val="667085"/>
                </a:solidFill>
              </a:defRPr>
            </a:lvl7pPr>
            <a:lvl8pPr>
              <a:buNone/>
              <a:defRPr sz="1200" b="0">
                <a:solidFill>
                  <a:srgbClr val="667085"/>
                </a:solidFill>
              </a:defRPr>
            </a:lvl8pPr>
            <a:lvl9pPr>
              <a:buNone/>
              <a:defRPr sz="12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302611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70810-DC0E-4F35-97B6-521866F6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641"/>
                </a:solidFill>
              </a:defRPr>
            </a:defPPr>
            <a:lvl1pPr>
              <a:buNone/>
              <a:defRPr sz="3300" b="1">
                <a:solidFill>
                  <a:srgbClr val="122641"/>
                </a:solidFill>
              </a:defRPr>
            </a:lvl1pPr>
            <a:lvl2pPr>
              <a:buNone/>
              <a:defRPr sz="3300" b="1">
                <a:solidFill>
                  <a:srgbClr val="122641"/>
                </a:solidFill>
              </a:defRPr>
            </a:lvl2pPr>
            <a:lvl3pPr>
              <a:buNone/>
              <a:defRPr sz="3300" b="1">
                <a:solidFill>
                  <a:srgbClr val="122641"/>
                </a:solidFill>
              </a:defRPr>
            </a:lvl3pPr>
            <a:lvl4pPr>
              <a:buNone/>
              <a:defRPr sz="3300" b="1">
                <a:solidFill>
                  <a:srgbClr val="122641"/>
                </a:solidFill>
              </a:defRPr>
            </a:lvl4pPr>
            <a:lvl5pPr>
              <a:buNone/>
              <a:defRPr sz="3300" b="1">
                <a:solidFill>
                  <a:srgbClr val="122641"/>
                </a:solidFill>
              </a:defRPr>
            </a:lvl5pPr>
            <a:lvl6pPr>
              <a:buNone/>
              <a:defRPr sz="3300" b="1">
                <a:solidFill>
                  <a:srgbClr val="122641"/>
                </a:solidFill>
              </a:defRPr>
            </a:lvl6pPr>
            <a:lvl7pPr>
              <a:buNone/>
              <a:defRPr sz="3300" b="1">
                <a:solidFill>
                  <a:srgbClr val="122641"/>
                </a:solidFill>
              </a:defRPr>
            </a:lvl7pPr>
            <a:lvl8pPr>
              <a:buNone/>
              <a:defRPr sz="3300" b="1">
                <a:solidFill>
                  <a:srgbClr val="122641"/>
                </a:solidFill>
              </a:defRPr>
            </a:lvl8pPr>
            <a:lvl9pPr>
              <a:buNone/>
              <a:defRPr sz="3300" b="1">
                <a:solidFill>
                  <a:srgbClr val="122641"/>
                </a:solidFill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641"/>
                </a:solidFill>
              </a:defRPr>
            </a:pPr>
            <a:r>
              <a:rPr sz="3300" b="1">
                <a:solidFill>
                  <a:srgbClr val="122641"/>
                </a:solidFill>
              </a:rPr>
              <a:t>Failure investigation and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753CD-DC3F-416F-9A78-F60F782D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581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buNone/>
              <a:defRPr sz="2025" b="0">
                <a:solidFill>
                  <a:srgbClr val="172B4D"/>
                </a:solidFill>
              </a:defRPr>
            </a:lvl1pPr>
            <a:lvl2pPr>
              <a:buNone/>
              <a:defRPr sz="2025" b="0">
                <a:solidFill>
                  <a:srgbClr val="172B4D"/>
                </a:solidFill>
              </a:defRPr>
            </a:lvl2pPr>
            <a:lvl3pPr>
              <a:buNone/>
              <a:defRPr sz="2025" b="0">
                <a:solidFill>
                  <a:srgbClr val="172B4D"/>
                </a:solidFill>
              </a:defRPr>
            </a:lvl3pPr>
            <a:lvl4pPr>
              <a:buNone/>
              <a:defRPr sz="2025" b="0">
                <a:solidFill>
                  <a:srgbClr val="172B4D"/>
                </a:solidFill>
              </a:defRPr>
            </a:lvl4pPr>
            <a:lvl5pPr>
              <a:buNone/>
              <a:defRPr sz="2025" b="0">
                <a:solidFill>
                  <a:srgbClr val="172B4D"/>
                </a:solidFill>
              </a:defRPr>
            </a:lvl5pPr>
            <a:lvl6pPr>
              <a:buNone/>
              <a:defRPr sz="2025" b="0">
                <a:solidFill>
                  <a:srgbClr val="172B4D"/>
                </a:solidFill>
              </a:defRPr>
            </a:lvl6pPr>
            <a:lvl7pPr>
              <a:buNone/>
              <a:defRPr sz="2025" b="0">
                <a:solidFill>
                  <a:srgbClr val="172B4D"/>
                </a:solidFill>
              </a:defRPr>
            </a:lvl7pPr>
            <a:lvl8pPr>
              <a:buNone/>
              <a:defRPr sz="2025" b="0">
                <a:solidFill>
                  <a:srgbClr val="172B4D"/>
                </a:solidFill>
              </a:defRPr>
            </a:lvl8pPr>
            <a:lvl9pPr>
              <a:buNone/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Invalid image tag: inspect Pod events, fix the tag, verify rollout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8F9B2-49BC-48B4-93DC-0E6A3F74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14625"/>
            <a:ext cx="581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buNone/>
              <a:defRPr sz="2025" b="0">
                <a:solidFill>
                  <a:srgbClr val="172B4D"/>
                </a:solidFill>
              </a:defRPr>
            </a:lvl1pPr>
            <a:lvl2pPr>
              <a:buNone/>
              <a:defRPr sz="2025" b="0">
                <a:solidFill>
                  <a:srgbClr val="172B4D"/>
                </a:solidFill>
              </a:defRPr>
            </a:lvl2pPr>
            <a:lvl3pPr>
              <a:buNone/>
              <a:defRPr sz="2025" b="0">
                <a:solidFill>
                  <a:srgbClr val="172B4D"/>
                </a:solidFill>
              </a:defRPr>
            </a:lvl3pPr>
            <a:lvl4pPr>
              <a:buNone/>
              <a:defRPr sz="2025" b="0">
                <a:solidFill>
                  <a:srgbClr val="172B4D"/>
                </a:solidFill>
              </a:defRPr>
            </a:lvl4pPr>
            <a:lvl5pPr>
              <a:buNone/>
              <a:defRPr sz="2025" b="0">
                <a:solidFill>
                  <a:srgbClr val="172B4D"/>
                </a:solidFill>
              </a:defRPr>
            </a:lvl5pPr>
            <a:lvl6pPr>
              <a:buNone/>
              <a:defRPr sz="2025" b="0">
                <a:solidFill>
                  <a:srgbClr val="172B4D"/>
                </a:solidFill>
              </a:defRPr>
            </a:lvl6pPr>
            <a:lvl7pPr>
              <a:buNone/>
              <a:defRPr sz="2025" b="0">
                <a:solidFill>
                  <a:srgbClr val="172B4D"/>
                </a:solidFill>
              </a:defRPr>
            </a:lvl7pPr>
            <a:lvl8pPr>
              <a:buNone/>
              <a:defRPr sz="2025" b="0">
                <a:solidFill>
                  <a:srgbClr val="172B4D"/>
                </a:solidFill>
              </a:defRPr>
            </a:lvl8pPr>
            <a:lvl9pPr>
              <a:buNone/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Wrong Service selector: inspect labels and EndpointSlices, restore the selector, test HTTP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D236B-0CFE-4456-833A-A3071D65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581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buNone/>
              <a:defRPr sz="2025" b="0">
                <a:solidFill>
                  <a:srgbClr val="172B4D"/>
                </a:solidFill>
              </a:defRPr>
            </a:lvl1pPr>
            <a:lvl2pPr>
              <a:buNone/>
              <a:defRPr sz="2025" b="0">
                <a:solidFill>
                  <a:srgbClr val="172B4D"/>
                </a:solidFill>
              </a:defRPr>
            </a:lvl2pPr>
            <a:lvl3pPr>
              <a:buNone/>
              <a:defRPr sz="2025" b="0">
                <a:solidFill>
                  <a:srgbClr val="172B4D"/>
                </a:solidFill>
              </a:defRPr>
            </a:lvl3pPr>
            <a:lvl4pPr>
              <a:buNone/>
              <a:defRPr sz="2025" b="0">
                <a:solidFill>
                  <a:srgbClr val="172B4D"/>
                </a:solidFill>
              </a:defRPr>
            </a:lvl4pPr>
            <a:lvl5pPr>
              <a:buNone/>
              <a:defRPr sz="2025" b="0">
                <a:solidFill>
                  <a:srgbClr val="172B4D"/>
                </a:solidFill>
              </a:defRPr>
            </a:lvl5pPr>
            <a:lvl6pPr>
              <a:buNone/>
              <a:defRPr sz="2025" b="0">
                <a:solidFill>
                  <a:srgbClr val="172B4D"/>
                </a:solidFill>
              </a:defRPr>
            </a:lvl6pPr>
            <a:lvl7pPr>
              <a:buNone/>
              <a:defRPr sz="2025" b="0">
                <a:solidFill>
                  <a:srgbClr val="172B4D"/>
                </a:solidFill>
              </a:defRPr>
            </a:lvl7pPr>
            <a:lvl8pPr>
              <a:buNone/>
              <a:defRPr sz="2025" b="0">
                <a:solidFill>
                  <a:srgbClr val="172B4D"/>
                </a:solidFill>
              </a:defRPr>
            </a:lvl8pPr>
            <a:lvl9pPr>
              <a:buNone/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Early HTTP probe: retry for a bounded period while requiring a successful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FE122-7741-402D-B495-4C48F17F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2400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buNone/>
              <a:defRPr sz="2025" b="0">
                <a:solidFill>
                  <a:srgbClr val="172B4D"/>
                </a:solidFill>
              </a:defRPr>
            </a:lvl1pPr>
            <a:lvl2pPr>
              <a:buNone/>
              <a:defRPr sz="2025" b="0">
                <a:solidFill>
                  <a:srgbClr val="172B4D"/>
                </a:solidFill>
              </a:defRPr>
            </a:lvl2pPr>
            <a:lvl3pPr>
              <a:buNone/>
              <a:defRPr sz="2025" b="0">
                <a:solidFill>
                  <a:srgbClr val="172B4D"/>
                </a:solidFill>
              </a:defRPr>
            </a:lvl3pPr>
            <a:lvl4pPr>
              <a:buNone/>
              <a:defRPr sz="2025" b="0">
                <a:solidFill>
                  <a:srgbClr val="172B4D"/>
                </a:solidFill>
              </a:defRPr>
            </a:lvl4pPr>
            <a:lvl5pPr>
              <a:buNone/>
              <a:defRPr sz="2025" b="0">
                <a:solidFill>
                  <a:srgbClr val="172B4D"/>
                </a:solidFill>
              </a:defRPr>
            </a:lvl5pPr>
            <a:lvl6pPr>
              <a:buNone/>
              <a:defRPr sz="2025" b="0">
                <a:solidFill>
                  <a:srgbClr val="172B4D"/>
                </a:solidFill>
              </a:defRPr>
            </a:lvl6pPr>
            <a:lvl7pPr>
              <a:buNone/>
              <a:defRPr sz="2025" b="0">
                <a:solidFill>
                  <a:srgbClr val="172B4D"/>
                </a:solidFill>
              </a:defRPr>
            </a:lvl7pPr>
            <a:lvl8pPr>
              <a:buNone/>
              <a:defRPr sz="2025" b="0">
                <a:solidFill>
                  <a:srgbClr val="172B4D"/>
                </a:solidFill>
              </a:defRPr>
            </a:lvl8pPr>
            <a:lvl9pPr>
              <a:buNone/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A first standalone recovery check failed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CF0BC-4D37-404F-B3D9-F94CFB7F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7650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buNone/>
              <a:defRPr sz="2025" b="0">
                <a:solidFill>
                  <a:srgbClr val="172B4D"/>
                </a:solidFill>
              </a:defRPr>
            </a:lvl1pPr>
            <a:lvl2pPr>
              <a:buNone/>
              <a:defRPr sz="2025" b="0">
                <a:solidFill>
                  <a:srgbClr val="172B4D"/>
                </a:solidFill>
              </a:defRPr>
            </a:lvl2pPr>
            <a:lvl3pPr>
              <a:buNone/>
              <a:defRPr sz="2025" b="0">
                <a:solidFill>
                  <a:srgbClr val="172B4D"/>
                </a:solidFill>
              </a:defRPr>
            </a:lvl3pPr>
            <a:lvl4pPr>
              <a:buNone/>
              <a:defRPr sz="2025" b="0">
                <a:solidFill>
                  <a:srgbClr val="172B4D"/>
                </a:solidFill>
              </a:defRPr>
            </a:lvl4pPr>
            <a:lvl5pPr>
              <a:buNone/>
              <a:defRPr sz="2025" b="0">
                <a:solidFill>
                  <a:srgbClr val="172B4D"/>
                </a:solidFill>
              </a:defRPr>
            </a:lvl5pPr>
            <a:lvl6pPr>
              <a:buNone/>
              <a:defRPr sz="2025" b="0">
                <a:solidFill>
                  <a:srgbClr val="172B4D"/>
                </a:solidFill>
              </a:defRPr>
            </a:lvl6pPr>
            <a:lvl7pPr>
              <a:buNone/>
              <a:defRPr sz="2025" b="0">
                <a:solidFill>
                  <a:srgbClr val="172B4D"/>
                </a:solidFill>
              </a:defRPr>
            </a:lvl7pPr>
            <a:lvl8pPr>
              <a:buNone/>
              <a:defRPr sz="2025" b="0">
                <a:solidFill>
                  <a:srgbClr val="172B4D"/>
                </a:solidFill>
              </a:defRPr>
            </a:lvl8pPr>
            <a:lvl9pPr>
              <a:buNone/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The corrected check passed in the successful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0F7EB-431A-4E8F-908B-66C84C21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buNone/>
              <a:defRPr sz="2025" b="0">
                <a:solidFill>
                  <a:srgbClr val="172B4D"/>
                </a:solidFill>
              </a:defRPr>
            </a:lvl1pPr>
            <a:lvl2pPr>
              <a:buNone/>
              <a:defRPr sz="2025" b="0">
                <a:solidFill>
                  <a:srgbClr val="172B4D"/>
                </a:solidFill>
              </a:defRPr>
            </a:lvl2pPr>
            <a:lvl3pPr>
              <a:buNone/>
              <a:defRPr sz="2025" b="0">
                <a:solidFill>
                  <a:srgbClr val="172B4D"/>
                </a:solidFill>
              </a:defRPr>
            </a:lvl3pPr>
            <a:lvl4pPr>
              <a:buNone/>
              <a:defRPr sz="2025" b="0">
                <a:solidFill>
                  <a:srgbClr val="172B4D"/>
                </a:solidFill>
              </a:defRPr>
            </a:lvl4pPr>
            <a:lvl5pPr>
              <a:buNone/>
              <a:defRPr sz="2025" b="0">
                <a:solidFill>
                  <a:srgbClr val="172B4D"/>
                </a:solidFill>
              </a:defRPr>
            </a:lvl5pPr>
            <a:lvl6pPr>
              <a:buNone/>
              <a:defRPr sz="2025" b="0">
                <a:solidFill>
                  <a:srgbClr val="172B4D"/>
                </a:solidFill>
              </a:defRPr>
            </a:lvl6pPr>
            <a:lvl7pPr>
              <a:buNone/>
              <a:defRPr sz="2025" b="0">
                <a:solidFill>
                  <a:srgbClr val="172B4D"/>
                </a:solidFill>
              </a:defRPr>
            </a:lvl7pPr>
            <a:lvl8pPr>
              <a:buNone/>
              <a:defRPr sz="2025" b="0">
                <a:solidFill>
                  <a:srgbClr val="172B4D"/>
                </a:solidFill>
              </a:defRPr>
            </a:lvl8pPr>
            <a:lvl9pPr>
              <a:buNone/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Both the failure and recovery records remain available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248F6-D9F4-4EE8-9E0E-9A615301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085"/>
                </a:solidFill>
              </a:defRPr>
            </a:defPPr>
            <a:lvl1pPr>
              <a:buNone/>
              <a:defRPr sz="1200" b="0">
                <a:solidFill>
                  <a:srgbClr val="667085"/>
                </a:solidFill>
              </a:defRPr>
            </a:lvl1pPr>
            <a:lvl2pPr>
              <a:buNone/>
              <a:defRPr sz="1200" b="0">
                <a:solidFill>
                  <a:srgbClr val="667085"/>
                </a:solidFill>
              </a:defRPr>
            </a:lvl2pPr>
            <a:lvl3pPr>
              <a:buNone/>
              <a:defRPr sz="1200" b="0">
                <a:solidFill>
                  <a:srgbClr val="667085"/>
                </a:solidFill>
              </a:defRPr>
            </a:lvl3pPr>
            <a:lvl4pPr>
              <a:buNone/>
              <a:defRPr sz="1200" b="0">
                <a:solidFill>
                  <a:srgbClr val="667085"/>
                </a:solidFill>
              </a:defRPr>
            </a:lvl4pPr>
            <a:lvl5pPr>
              <a:buNone/>
              <a:defRPr sz="1200" b="0">
                <a:solidFill>
                  <a:srgbClr val="667085"/>
                </a:solidFill>
              </a:defRPr>
            </a:lvl5pPr>
            <a:lvl6pPr>
              <a:buNone/>
              <a:defRPr sz="1200" b="0">
                <a:solidFill>
                  <a:srgbClr val="667085"/>
                </a:solidFill>
              </a:defRPr>
            </a:lvl6pPr>
            <a:lvl7pPr>
              <a:buNone/>
              <a:defRPr sz="1200" b="0">
                <a:solidFill>
                  <a:srgbClr val="667085"/>
                </a:solidFill>
              </a:defRPr>
            </a:lvl7pPr>
            <a:lvl8pPr>
              <a:buNone/>
              <a:defRPr sz="1200" b="0">
                <a:solidFill>
                  <a:srgbClr val="667085"/>
                </a:solidFill>
              </a:defRPr>
            </a:lvl8pPr>
            <a:lvl9pPr>
              <a:buNone/>
              <a:defRPr sz="12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989802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25072-13EC-4DB0-BB28-60D9868E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641"/>
                </a:solidFill>
              </a:defRPr>
            </a:defPPr>
            <a:lvl1pPr>
              <a:buNone/>
              <a:defRPr sz="3300" b="1">
                <a:solidFill>
                  <a:srgbClr val="122641"/>
                </a:solidFill>
              </a:defRPr>
            </a:lvl1pPr>
            <a:lvl2pPr>
              <a:buNone/>
              <a:defRPr sz="3300" b="1">
                <a:solidFill>
                  <a:srgbClr val="122641"/>
                </a:solidFill>
              </a:defRPr>
            </a:lvl2pPr>
            <a:lvl3pPr>
              <a:buNone/>
              <a:defRPr sz="3300" b="1">
                <a:solidFill>
                  <a:srgbClr val="122641"/>
                </a:solidFill>
              </a:defRPr>
            </a:lvl3pPr>
            <a:lvl4pPr>
              <a:buNone/>
              <a:defRPr sz="3300" b="1">
                <a:solidFill>
                  <a:srgbClr val="122641"/>
                </a:solidFill>
              </a:defRPr>
            </a:lvl4pPr>
            <a:lvl5pPr>
              <a:buNone/>
              <a:defRPr sz="3300" b="1">
                <a:solidFill>
                  <a:srgbClr val="122641"/>
                </a:solidFill>
              </a:defRPr>
            </a:lvl5pPr>
            <a:lvl6pPr>
              <a:buNone/>
              <a:defRPr sz="3300" b="1">
                <a:solidFill>
                  <a:srgbClr val="122641"/>
                </a:solidFill>
              </a:defRPr>
            </a:lvl6pPr>
            <a:lvl7pPr>
              <a:buNone/>
              <a:defRPr sz="3300" b="1">
                <a:solidFill>
                  <a:srgbClr val="122641"/>
                </a:solidFill>
              </a:defRPr>
            </a:lvl7pPr>
            <a:lvl8pPr>
              <a:buNone/>
              <a:defRPr sz="3300" b="1">
                <a:solidFill>
                  <a:srgbClr val="122641"/>
                </a:solidFill>
              </a:defRPr>
            </a:lvl8pPr>
            <a:lvl9pPr>
              <a:buNone/>
              <a:defRPr sz="3300" b="1">
                <a:solidFill>
                  <a:srgbClr val="122641"/>
                </a:solidFill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641"/>
                </a:solidFill>
              </a:defRPr>
            </a:pPr>
            <a:r>
              <a:rPr sz="3300" b="1">
                <a:solidFill>
                  <a:srgbClr val="122641"/>
                </a:solidFill>
              </a:rPr>
              <a:t>Cleanup and project limits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83D29-4C58-4D79-B73F-2B6E58FFFE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3dc9940df43d4"/>
          <a:stretch xmlns:a="http://schemas.openxmlformats.org/drawingml/2006/main"/>
        </p:blipFill>
        <p:spPr>
          <a:xfrm xmlns:a="http://schemas.openxmlformats.org/drawingml/2006/main">
            <a:off x="514350" y="1403640"/>
            <a:ext cx="7810500" cy="457459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4368A-4D85-4524-87F5-3BD71305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240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Terraform destroyed all 9 cloud resources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78FBB-D294-4E35-BA02-DABC6698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955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The saved group-existence check returned false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B77A7-2293-421A-9DF1-ADC2743B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671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The Azure demo endpoint is no longer hosted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A6F1B-0E44-40B3-983E-E3DA1046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386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buNone/>
              <a:defRPr sz="1875" b="0">
                <a:solidFill>
                  <a:srgbClr val="172B4D"/>
                </a:solidFill>
              </a:defRPr>
            </a:lvl1pPr>
            <a:lvl2pPr>
              <a:buNone/>
              <a:defRPr sz="1875" b="0">
                <a:solidFill>
                  <a:srgbClr val="172B4D"/>
                </a:solidFill>
              </a:defRPr>
            </a:lvl2pPr>
            <a:lvl3pPr>
              <a:buNone/>
              <a:defRPr sz="1875" b="0">
                <a:solidFill>
                  <a:srgbClr val="172B4D"/>
                </a:solidFill>
              </a:defRPr>
            </a:lvl3pPr>
            <a:lvl4pPr>
              <a:buNone/>
              <a:defRPr sz="1875" b="0">
                <a:solidFill>
                  <a:srgbClr val="172B4D"/>
                </a:solidFill>
              </a:defRPr>
            </a:lvl4pPr>
            <a:lvl5pPr>
              <a:buNone/>
              <a:defRPr sz="1875" b="0">
                <a:solidFill>
                  <a:srgbClr val="172B4D"/>
                </a:solidFill>
              </a:defRPr>
            </a:lvl5pPr>
            <a:lvl6pPr>
              <a:buNone/>
              <a:defRPr sz="1875" b="0">
                <a:solidFill>
                  <a:srgbClr val="172B4D"/>
                </a:solidFill>
              </a:defRPr>
            </a:lvl6pPr>
            <a:lvl7pPr>
              <a:buNone/>
              <a:defRPr sz="1875" b="0">
                <a:solidFill>
                  <a:srgbClr val="172B4D"/>
                </a:solidFill>
              </a:defRPr>
            </a:lvl7pPr>
            <a:lvl8pPr>
              <a:buNone/>
              <a:defRPr sz="1875" b="0">
                <a:solidFill>
                  <a:srgbClr val="172B4D"/>
                </a:solidFill>
              </a:defRPr>
            </a:lvl8pPr>
            <a:lvl9pPr>
              <a:buNone/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Authentication remains outside this classroom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C9B38-7A6A-4664-907A-A994349C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77A"/>
                </a:solidFill>
              </a:defRPr>
            </a:defPPr>
            <a:lvl1pPr>
              <a:buNone/>
              <a:defRPr sz="1275" b="0">
                <a:solidFill>
                  <a:srgbClr val="5B677A"/>
                </a:solidFill>
              </a:defRPr>
            </a:lvl1pPr>
            <a:lvl2pPr>
              <a:buNone/>
              <a:defRPr sz="1275" b="0">
                <a:solidFill>
                  <a:srgbClr val="5B677A"/>
                </a:solidFill>
              </a:defRPr>
            </a:lvl2pPr>
            <a:lvl3pPr>
              <a:buNone/>
              <a:defRPr sz="1275" b="0">
                <a:solidFill>
                  <a:srgbClr val="5B677A"/>
                </a:solidFill>
              </a:defRPr>
            </a:lvl3pPr>
            <a:lvl4pPr>
              <a:buNone/>
              <a:defRPr sz="1275" b="0">
                <a:solidFill>
                  <a:srgbClr val="5B677A"/>
                </a:solidFill>
              </a:defRPr>
            </a:lvl4pPr>
            <a:lvl5pPr>
              <a:buNone/>
              <a:defRPr sz="1275" b="0">
                <a:solidFill>
                  <a:srgbClr val="5B677A"/>
                </a:solidFill>
              </a:defRPr>
            </a:lvl5pPr>
            <a:lvl6pPr>
              <a:buNone/>
              <a:defRPr sz="1275" b="0">
                <a:solidFill>
                  <a:srgbClr val="5B677A"/>
                </a:solidFill>
              </a:defRPr>
            </a:lvl6pPr>
            <a:lvl7pPr>
              <a:buNone/>
              <a:defRPr sz="1275" b="0">
                <a:solidFill>
                  <a:srgbClr val="5B677A"/>
                </a:solidFill>
              </a:defRPr>
            </a:lvl7pPr>
            <a:lvl8pPr>
              <a:buNone/>
              <a:defRPr sz="1275" b="0">
                <a:solidFill>
                  <a:srgbClr val="5B677A"/>
                </a:solidFill>
              </a:defRPr>
            </a:lvl8pPr>
            <a:lvl9pPr>
              <a:buNone/>
              <a:defRPr sz="1275" b="0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B677A"/>
                </a:solidFill>
              </a:defRPr>
            </a:pPr>
            <a:r>
              <a:rPr sz="1275" b="0">
                <a:solidFill>
                  <a:srgbClr val="5B677A"/>
                </a:solidFill>
              </a:rPr>
              <a:t>Recorded Terraform destroy viewed in Mac zsh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DAC74-4C48-4F86-86F5-712BE87F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085"/>
                </a:solidFill>
              </a:defRPr>
            </a:defPPr>
            <a:lvl1pPr>
              <a:buNone/>
              <a:defRPr sz="1200" b="0">
                <a:solidFill>
                  <a:srgbClr val="667085"/>
                </a:solidFill>
              </a:defRPr>
            </a:lvl1pPr>
            <a:lvl2pPr>
              <a:buNone/>
              <a:defRPr sz="1200" b="0">
                <a:solidFill>
                  <a:srgbClr val="667085"/>
                </a:solidFill>
              </a:defRPr>
            </a:lvl2pPr>
            <a:lvl3pPr>
              <a:buNone/>
              <a:defRPr sz="1200" b="0">
                <a:solidFill>
                  <a:srgbClr val="667085"/>
                </a:solidFill>
              </a:defRPr>
            </a:lvl3pPr>
            <a:lvl4pPr>
              <a:buNone/>
              <a:defRPr sz="1200" b="0">
                <a:solidFill>
                  <a:srgbClr val="667085"/>
                </a:solidFill>
              </a:defRPr>
            </a:lvl4pPr>
            <a:lvl5pPr>
              <a:buNone/>
              <a:defRPr sz="1200" b="0">
                <a:solidFill>
                  <a:srgbClr val="667085"/>
                </a:solidFill>
              </a:defRPr>
            </a:lvl5pPr>
            <a:lvl6pPr>
              <a:buNone/>
              <a:defRPr sz="1200" b="0">
                <a:solidFill>
                  <a:srgbClr val="667085"/>
                </a:solidFill>
              </a:defRPr>
            </a:lvl6pPr>
            <a:lvl7pPr>
              <a:buNone/>
              <a:defRPr sz="1200" b="0">
                <a:solidFill>
                  <a:srgbClr val="667085"/>
                </a:solidFill>
              </a:defRPr>
            </a:lvl7pPr>
            <a:lvl8pPr>
              <a:buNone/>
              <a:defRPr sz="1200" b="0">
                <a:solidFill>
                  <a:srgbClr val="667085"/>
                </a:solidFill>
              </a:defRPr>
            </a:lvl8pPr>
            <a:lvl9pPr>
              <a:buNone/>
              <a:defRPr sz="12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68391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B968E-5526-4707-9ECE-81402F25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641"/>
                </a:solidFill>
              </a:defRPr>
            </a:defPPr>
            <a:lvl1pPr>
              <a:buNone/>
              <a:defRPr sz="3300" b="1">
                <a:solidFill>
                  <a:srgbClr val="122641"/>
                </a:solidFill>
              </a:defRPr>
            </a:lvl1pPr>
            <a:lvl2pPr>
              <a:buNone/>
              <a:defRPr sz="3300" b="1">
                <a:solidFill>
                  <a:srgbClr val="122641"/>
                </a:solidFill>
              </a:defRPr>
            </a:lvl2pPr>
            <a:lvl3pPr>
              <a:buNone/>
              <a:defRPr sz="3300" b="1">
                <a:solidFill>
                  <a:srgbClr val="122641"/>
                </a:solidFill>
              </a:defRPr>
            </a:lvl3pPr>
            <a:lvl4pPr>
              <a:buNone/>
              <a:defRPr sz="3300" b="1">
                <a:solidFill>
                  <a:srgbClr val="122641"/>
                </a:solidFill>
              </a:defRPr>
            </a:lvl4pPr>
            <a:lvl5pPr>
              <a:buNone/>
              <a:defRPr sz="3300" b="1">
                <a:solidFill>
                  <a:srgbClr val="122641"/>
                </a:solidFill>
              </a:defRPr>
            </a:lvl5pPr>
            <a:lvl6pPr>
              <a:buNone/>
              <a:defRPr sz="3300" b="1">
                <a:solidFill>
                  <a:srgbClr val="122641"/>
                </a:solidFill>
              </a:defRPr>
            </a:lvl6pPr>
            <a:lvl7pPr>
              <a:buNone/>
              <a:defRPr sz="3300" b="1">
                <a:solidFill>
                  <a:srgbClr val="122641"/>
                </a:solidFill>
              </a:defRPr>
            </a:lvl7pPr>
            <a:lvl8pPr>
              <a:buNone/>
              <a:defRPr sz="3300" b="1">
                <a:solidFill>
                  <a:srgbClr val="122641"/>
                </a:solidFill>
              </a:defRPr>
            </a:lvl8pPr>
            <a:lvl9pPr>
              <a:buNone/>
              <a:defRPr sz="3300" b="1">
                <a:solidFill>
                  <a:srgbClr val="122641"/>
                </a:solidFill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641"/>
                </a:solidFill>
              </a:defRPr>
            </a:pPr>
            <a:r>
              <a:rPr sz="3300" b="1">
                <a:solidFill>
                  <a:srgbClr val="122641"/>
                </a:solidFill>
              </a:rPr>
              <a:t>Key learnings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FD27F-DD76-490C-B97A-3FF99564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B4D"/>
                </a:solidFill>
              </a:defRPr>
            </a:defPPr>
            <a:lvl1pPr>
              <a:buNone/>
              <a:defRPr sz="2250" b="0">
                <a:solidFill>
                  <a:srgbClr val="172B4D"/>
                </a:solidFill>
              </a:defRPr>
            </a:lvl1pPr>
            <a:lvl2pPr>
              <a:buNone/>
              <a:defRPr sz="2250" b="0">
                <a:solidFill>
                  <a:srgbClr val="172B4D"/>
                </a:solidFill>
              </a:defRPr>
            </a:lvl2pPr>
            <a:lvl3pPr>
              <a:buNone/>
              <a:defRPr sz="2250" b="0">
                <a:solidFill>
                  <a:srgbClr val="172B4D"/>
                </a:solidFill>
              </a:defRPr>
            </a:lvl3pPr>
            <a:lvl4pPr>
              <a:buNone/>
              <a:defRPr sz="2250" b="0">
                <a:solidFill>
                  <a:srgbClr val="172B4D"/>
                </a:solidFill>
              </a:defRPr>
            </a:lvl4pPr>
            <a:lvl5pPr>
              <a:buNone/>
              <a:defRPr sz="2250" b="0">
                <a:solidFill>
                  <a:srgbClr val="172B4D"/>
                </a:solidFill>
              </a:defRPr>
            </a:lvl5pPr>
            <a:lvl6pPr>
              <a:buNone/>
              <a:defRPr sz="2250" b="0">
                <a:solidFill>
                  <a:srgbClr val="172B4D"/>
                </a:solidFill>
              </a:defRPr>
            </a:lvl6pPr>
            <a:lvl7pPr>
              <a:buNone/>
              <a:defRPr sz="2250" b="0">
                <a:solidFill>
                  <a:srgbClr val="172B4D"/>
                </a:solidFill>
              </a:defRPr>
            </a:lvl7pPr>
            <a:lvl8pPr>
              <a:buNone/>
              <a:defRPr sz="2250" b="0">
                <a:solidFill>
                  <a:srgbClr val="172B4D"/>
                </a:solidFill>
              </a:defRPr>
            </a:lvl8pPr>
            <a:lvl9pPr>
              <a:buNone/>
              <a:defRPr sz="225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172B4D"/>
                </a:solidFill>
              </a:defRPr>
            </a:pPr>
            <a:r>
              <a:rPr sz="2250" b="0">
                <a:solidFill>
                  <a:srgbClr val="172B4D"/>
                </a:solidFill>
              </a:rPr>
              <a:t>Database readiness must come before application traffic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84C3E-5027-42E6-B4E6-A1D6B67E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B4D"/>
                </a:solidFill>
              </a:defRPr>
            </a:defPPr>
            <a:lvl1pPr>
              <a:buNone/>
              <a:defRPr sz="2250" b="0">
                <a:solidFill>
                  <a:srgbClr val="172B4D"/>
                </a:solidFill>
              </a:defRPr>
            </a:lvl1pPr>
            <a:lvl2pPr>
              <a:buNone/>
              <a:defRPr sz="2250" b="0">
                <a:solidFill>
                  <a:srgbClr val="172B4D"/>
                </a:solidFill>
              </a:defRPr>
            </a:lvl2pPr>
            <a:lvl3pPr>
              <a:buNone/>
              <a:defRPr sz="2250" b="0">
                <a:solidFill>
                  <a:srgbClr val="172B4D"/>
                </a:solidFill>
              </a:defRPr>
            </a:lvl3pPr>
            <a:lvl4pPr>
              <a:buNone/>
              <a:defRPr sz="2250" b="0">
                <a:solidFill>
                  <a:srgbClr val="172B4D"/>
                </a:solidFill>
              </a:defRPr>
            </a:lvl4pPr>
            <a:lvl5pPr>
              <a:buNone/>
              <a:defRPr sz="2250" b="0">
                <a:solidFill>
                  <a:srgbClr val="172B4D"/>
                </a:solidFill>
              </a:defRPr>
            </a:lvl5pPr>
            <a:lvl6pPr>
              <a:buNone/>
              <a:defRPr sz="2250" b="0">
                <a:solidFill>
                  <a:srgbClr val="172B4D"/>
                </a:solidFill>
              </a:defRPr>
            </a:lvl6pPr>
            <a:lvl7pPr>
              <a:buNone/>
              <a:defRPr sz="2250" b="0">
                <a:solidFill>
                  <a:srgbClr val="172B4D"/>
                </a:solidFill>
              </a:defRPr>
            </a:lvl7pPr>
            <a:lvl8pPr>
              <a:buNone/>
              <a:defRPr sz="2250" b="0">
                <a:solidFill>
                  <a:srgbClr val="172B4D"/>
                </a:solidFill>
              </a:defRPr>
            </a:lvl8pPr>
            <a:lvl9pPr>
              <a:buNone/>
              <a:defRPr sz="225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172B4D"/>
                </a:solidFill>
              </a:defRPr>
            </a:pPr>
            <a:r>
              <a:rPr sz="2250" b="0">
                <a:solidFill>
                  <a:srgbClr val="172B4D"/>
                </a:solidFill>
              </a:rPr>
              <a:t>Pod readiness alone does not prove Service connectivity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9E7EA-B6E0-46C4-ADAC-5F6A2E30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B4D"/>
                </a:solidFill>
              </a:defRPr>
            </a:defPPr>
            <a:lvl1pPr>
              <a:buNone/>
              <a:defRPr sz="2250" b="0">
                <a:solidFill>
                  <a:srgbClr val="172B4D"/>
                </a:solidFill>
              </a:defRPr>
            </a:lvl1pPr>
            <a:lvl2pPr>
              <a:buNone/>
              <a:defRPr sz="2250" b="0">
                <a:solidFill>
                  <a:srgbClr val="172B4D"/>
                </a:solidFill>
              </a:defRPr>
            </a:lvl2pPr>
            <a:lvl3pPr>
              <a:buNone/>
              <a:defRPr sz="2250" b="0">
                <a:solidFill>
                  <a:srgbClr val="172B4D"/>
                </a:solidFill>
              </a:defRPr>
            </a:lvl3pPr>
            <a:lvl4pPr>
              <a:buNone/>
              <a:defRPr sz="2250" b="0">
                <a:solidFill>
                  <a:srgbClr val="172B4D"/>
                </a:solidFill>
              </a:defRPr>
            </a:lvl4pPr>
            <a:lvl5pPr>
              <a:buNone/>
              <a:defRPr sz="2250" b="0">
                <a:solidFill>
                  <a:srgbClr val="172B4D"/>
                </a:solidFill>
              </a:defRPr>
            </a:lvl5pPr>
            <a:lvl6pPr>
              <a:buNone/>
              <a:defRPr sz="2250" b="0">
                <a:solidFill>
                  <a:srgbClr val="172B4D"/>
                </a:solidFill>
              </a:defRPr>
            </a:lvl6pPr>
            <a:lvl7pPr>
              <a:buNone/>
              <a:defRPr sz="2250" b="0">
                <a:solidFill>
                  <a:srgbClr val="172B4D"/>
                </a:solidFill>
              </a:defRPr>
            </a:lvl7pPr>
            <a:lvl8pPr>
              <a:buNone/>
              <a:defRPr sz="2250" b="0">
                <a:solidFill>
                  <a:srgbClr val="172B4D"/>
                </a:solidFill>
              </a:defRPr>
            </a:lvl8pPr>
            <a:lvl9pPr>
              <a:buNone/>
              <a:defRPr sz="225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172B4D"/>
                </a:solidFill>
              </a:defRPr>
            </a:pPr>
            <a:r>
              <a:rPr sz="2250" b="0">
                <a:solidFill>
                  <a:srgbClr val="172B4D"/>
                </a:solidFill>
              </a:rPr>
              <a:t>SHA tags identify exactly which images were deployed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6C5B7-113F-4DBA-BF82-9F053420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B4D"/>
                </a:solidFill>
              </a:defRPr>
            </a:defPPr>
            <a:lvl1pPr>
              <a:buNone/>
              <a:defRPr sz="2250" b="0">
                <a:solidFill>
                  <a:srgbClr val="172B4D"/>
                </a:solidFill>
              </a:defRPr>
            </a:lvl1pPr>
            <a:lvl2pPr>
              <a:buNone/>
              <a:defRPr sz="2250" b="0">
                <a:solidFill>
                  <a:srgbClr val="172B4D"/>
                </a:solidFill>
              </a:defRPr>
            </a:lvl2pPr>
            <a:lvl3pPr>
              <a:buNone/>
              <a:defRPr sz="2250" b="0">
                <a:solidFill>
                  <a:srgbClr val="172B4D"/>
                </a:solidFill>
              </a:defRPr>
            </a:lvl3pPr>
            <a:lvl4pPr>
              <a:buNone/>
              <a:defRPr sz="2250" b="0">
                <a:solidFill>
                  <a:srgbClr val="172B4D"/>
                </a:solidFill>
              </a:defRPr>
            </a:lvl4pPr>
            <a:lvl5pPr>
              <a:buNone/>
              <a:defRPr sz="2250" b="0">
                <a:solidFill>
                  <a:srgbClr val="172B4D"/>
                </a:solidFill>
              </a:defRPr>
            </a:lvl5pPr>
            <a:lvl6pPr>
              <a:buNone/>
              <a:defRPr sz="2250" b="0">
                <a:solidFill>
                  <a:srgbClr val="172B4D"/>
                </a:solidFill>
              </a:defRPr>
            </a:lvl6pPr>
            <a:lvl7pPr>
              <a:buNone/>
              <a:defRPr sz="2250" b="0">
                <a:solidFill>
                  <a:srgbClr val="172B4D"/>
                </a:solidFill>
              </a:defRPr>
            </a:lvl7pPr>
            <a:lvl8pPr>
              <a:buNone/>
              <a:defRPr sz="2250" b="0">
                <a:solidFill>
                  <a:srgbClr val="172B4D"/>
                </a:solidFill>
              </a:defRPr>
            </a:lvl8pPr>
            <a:lvl9pPr>
              <a:buNone/>
              <a:defRPr sz="225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172B4D"/>
                </a:solidFill>
              </a:defRPr>
            </a:pPr>
            <a:r>
              <a:rPr sz="2250" b="0">
                <a:solidFill>
                  <a:srgbClr val="172B4D"/>
                </a:solidFill>
              </a:rPr>
              <a:t>Inspect raw test failures and preserve recovery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67DF0-900D-435D-A759-B6D43841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B4D"/>
                </a:solidFill>
              </a:defRPr>
            </a:defPPr>
            <a:lvl1pPr>
              <a:buNone/>
              <a:defRPr sz="2250" b="0">
                <a:solidFill>
                  <a:srgbClr val="172B4D"/>
                </a:solidFill>
              </a:defRPr>
            </a:lvl1pPr>
            <a:lvl2pPr>
              <a:buNone/>
              <a:defRPr sz="2250" b="0">
                <a:solidFill>
                  <a:srgbClr val="172B4D"/>
                </a:solidFill>
              </a:defRPr>
            </a:lvl2pPr>
            <a:lvl3pPr>
              <a:buNone/>
              <a:defRPr sz="2250" b="0">
                <a:solidFill>
                  <a:srgbClr val="172B4D"/>
                </a:solidFill>
              </a:defRPr>
            </a:lvl3pPr>
            <a:lvl4pPr>
              <a:buNone/>
              <a:defRPr sz="2250" b="0">
                <a:solidFill>
                  <a:srgbClr val="172B4D"/>
                </a:solidFill>
              </a:defRPr>
            </a:lvl4pPr>
            <a:lvl5pPr>
              <a:buNone/>
              <a:defRPr sz="2250" b="0">
                <a:solidFill>
                  <a:srgbClr val="172B4D"/>
                </a:solidFill>
              </a:defRPr>
            </a:lvl5pPr>
            <a:lvl6pPr>
              <a:buNone/>
              <a:defRPr sz="2250" b="0">
                <a:solidFill>
                  <a:srgbClr val="172B4D"/>
                </a:solidFill>
              </a:defRPr>
            </a:lvl6pPr>
            <a:lvl7pPr>
              <a:buNone/>
              <a:defRPr sz="2250" b="0">
                <a:solidFill>
                  <a:srgbClr val="172B4D"/>
                </a:solidFill>
              </a:defRPr>
            </a:lvl7pPr>
            <a:lvl8pPr>
              <a:buNone/>
              <a:defRPr sz="2250" b="0">
                <a:solidFill>
                  <a:srgbClr val="172B4D"/>
                </a:solidFill>
              </a:defRPr>
            </a:lvl8pPr>
            <a:lvl9pPr>
              <a:buNone/>
              <a:defRPr sz="225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172B4D"/>
                </a:solidFill>
              </a:defRPr>
            </a:pPr>
            <a:r>
              <a:rPr sz="2250" b="0">
                <a:solidFill>
                  <a:srgbClr val="172B4D"/>
                </a:solidFill>
              </a:rPr>
              <a:t>Destroy temporary cloud infrastructure after verification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9A4FC-5296-4A94-A811-9B75B888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085"/>
                </a:solidFill>
              </a:defRPr>
            </a:defPPr>
            <a:lvl1pPr>
              <a:buNone/>
              <a:defRPr sz="1200" b="0">
                <a:solidFill>
                  <a:srgbClr val="667085"/>
                </a:solidFill>
              </a:defRPr>
            </a:lvl1pPr>
            <a:lvl2pPr>
              <a:buNone/>
              <a:defRPr sz="1200" b="0">
                <a:solidFill>
                  <a:srgbClr val="667085"/>
                </a:solidFill>
              </a:defRPr>
            </a:lvl2pPr>
            <a:lvl3pPr>
              <a:buNone/>
              <a:defRPr sz="1200" b="0">
                <a:solidFill>
                  <a:srgbClr val="667085"/>
                </a:solidFill>
              </a:defRPr>
            </a:lvl3pPr>
            <a:lvl4pPr>
              <a:buNone/>
              <a:defRPr sz="1200" b="0">
                <a:solidFill>
                  <a:srgbClr val="667085"/>
                </a:solidFill>
              </a:defRPr>
            </a:lvl4pPr>
            <a:lvl5pPr>
              <a:buNone/>
              <a:defRPr sz="1200" b="0">
                <a:solidFill>
                  <a:srgbClr val="667085"/>
                </a:solidFill>
              </a:defRPr>
            </a:lvl5pPr>
            <a:lvl6pPr>
              <a:buNone/>
              <a:defRPr sz="1200" b="0">
                <a:solidFill>
                  <a:srgbClr val="667085"/>
                </a:solidFill>
              </a:defRPr>
            </a:lvl6pPr>
            <a:lvl7pPr>
              <a:buNone/>
              <a:defRPr sz="1200" b="0">
                <a:solidFill>
                  <a:srgbClr val="667085"/>
                </a:solidFill>
              </a:defRPr>
            </a:lvl7pPr>
            <a:lvl8pPr>
              <a:buNone/>
              <a:defRPr sz="1200" b="0">
                <a:solidFill>
                  <a:srgbClr val="667085"/>
                </a:solidFill>
              </a:defRPr>
            </a:lvl8pPr>
            <a:lvl9pPr>
              <a:buNone/>
              <a:defRPr sz="12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131620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751A35-85A0-422C-8F49-95DBEC8E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641"/>
                </a:solidFill>
              </a:defRPr>
            </a:defPPr>
            <a:lvl1pPr>
              <a:buNone/>
              <a:defRPr sz="3300" b="1">
                <a:solidFill>
                  <a:srgbClr val="122641"/>
                </a:solidFill>
              </a:defRPr>
            </a:lvl1pPr>
            <a:lvl2pPr>
              <a:buNone/>
              <a:defRPr sz="3300" b="1">
                <a:solidFill>
                  <a:srgbClr val="122641"/>
                </a:solidFill>
              </a:defRPr>
            </a:lvl2pPr>
            <a:lvl3pPr>
              <a:buNone/>
              <a:defRPr sz="3300" b="1">
                <a:solidFill>
                  <a:srgbClr val="122641"/>
                </a:solidFill>
              </a:defRPr>
            </a:lvl3pPr>
            <a:lvl4pPr>
              <a:buNone/>
              <a:defRPr sz="3300" b="1">
                <a:solidFill>
                  <a:srgbClr val="122641"/>
                </a:solidFill>
              </a:defRPr>
            </a:lvl4pPr>
            <a:lvl5pPr>
              <a:buNone/>
              <a:defRPr sz="3300" b="1">
                <a:solidFill>
                  <a:srgbClr val="122641"/>
                </a:solidFill>
              </a:defRPr>
            </a:lvl5pPr>
            <a:lvl6pPr>
              <a:buNone/>
              <a:defRPr sz="3300" b="1">
                <a:solidFill>
                  <a:srgbClr val="122641"/>
                </a:solidFill>
              </a:defRPr>
            </a:lvl6pPr>
            <a:lvl7pPr>
              <a:buNone/>
              <a:defRPr sz="3300" b="1">
                <a:solidFill>
                  <a:srgbClr val="122641"/>
                </a:solidFill>
              </a:defRPr>
            </a:lvl7pPr>
            <a:lvl8pPr>
              <a:buNone/>
              <a:defRPr sz="3300" b="1">
                <a:solidFill>
                  <a:srgbClr val="122641"/>
                </a:solidFill>
              </a:defRPr>
            </a:lvl8pPr>
            <a:lvl9pPr>
              <a:buNone/>
              <a:defRPr sz="3300" b="1">
                <a:solidFill>
                  <a:srgbClr val="122641"/>
                </a:solidFill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641"/>
                </a:solidFill>
              </a:defRPr>
            </a:pPr>
            <a:r>
              <a:rPr sz="3300" b="1">
                <a:solidFill>
                  <a:srgbClr val="122641"/>
                </a:solidFill>
              </a:rPr>
              <a:t>Presentation demo and 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A7D08-B4F7-454A-AFBA-EC28349B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buNone/>
              <a:defRPr sz="2025" b="0">
                <a:solidFill>
                  <a:srgbClr val="172B4D"/>
                </a:solidFill>
              </a:defRPr>
            </a:lvl1pPr>
            <a:lvl2pPr>
              <a:buNone/>
              <a:defRPr sz="2025" b="0">
                <a:solidFill>
                  <a:srgbClr val="172B4D"/>
                </a:solidFill>
              </a:defRPr>
            </a:lvl2pPr>
            <a:lvl3pPr>
              <a:buNone/>
              <a:defRPr sz="2025" b="0">
                <a:solidFill>
                  <a:srgbClr val="172B4D"/>
                </a:solidFill>
              </a:defRPr>
            </a:lvl3pPr>
            <a:lvl4pPr>
              <a:buNone/>
              <a:defRPr sz="2025" b="0">
                <a:solidFill>
                  <a:srgbClr val="172B4D"/>
                </a:solidFill>
              </a:defRPr>
            </a:lvl4pPr>
            <a:lvl5pPr>
              <a:buNone/>
              <a:defRPr sz="2025" b="0">
                <a:solidFill>
                  <a:srgbClr val="172B4D"/>
                </a:solidFill>
              </a:defRPr>
            </a:lvl5pPr>
            <a:lvl6pPr>
              <a:buNone/>
              <a:defRPr sz="2025" b="0">
                <a:solidFill>
                  <a:srgbClr val="172B4D"/>
                </a:solidFill>
              </a:defRPr>
            </a:lvl6pPr>
            <a:lvl7pPr>
              <a:buNone/>
              <a:defRPr sz="2025" b="0">
                <a:solidFill>
                  <a:srgbClr val="172B4D"/>
                </a:solidFill>
              </a:defRPr>
            </a:lvl7pPr>
            <a:lvl8pPr>
              <a:buNone/>
              <a:defRPr sz="2025" b="0">
                <a:solidFill>
                  <a:srgbClr val="172B4D"/>
                </a:solidFill>
              </a:defRPr>
            </a:lvl8pPr>
            <a:lvl9pPr>
              <a:buNone/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Create an assignment and show the API and database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B405A-0872-4B5F-8C06-35CB9611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buNone/>
              <a:defRPr sz="2025" b="0">
                <a:solidFill>
                  <a:srgbClr val="172B4D"/>
                </a:solidFill>
              </a:defRPr>
            </a:lvl1pPr>
            <a:lvl2pPr>
              <a:buNone/>
              <a:defRPr sz="2025" b="0">
                <a:solidFill>
                  <a:srgbClr val="172B4D"/>
                </a:solidFill>
              </a:defRPr>
            </a:lvl2pPr>
            <a:lvl3pPr>
              <a:buNone/>
              <a:defRPr sz="2025" b="0">
                <a:solidFill>
                  <a:srgbClr val="172B4D"/>
                </a:solidFill>
              </a:defRPr>
            </a:lvl3pPr>
            <a:lvl4pPr>
              <a:buNone/>
              <a:defRPr sz="2025" b="0">
                <a:solidFill>
                  <a:srgbClr val="172B4D"/>
                </a:solidFill>
              </a:defRPr>
            </a:lvl4pPr>
            <a:lvl5pPr>
              <a:buNone/>
              <a:defRPr sz="2025" b="0">
                <a:solidFill>
                  <a:srgbClr val="172B4D"/>
                </a:solidFill>
              </a:defRPr>
            </a:lvl5pPr>
            <a:lvl6pPr>
              <a:buNone/>
              <a:defRPr sz="2025" b="0">
                <a:solidFill>
                  <a:srgbClr val="172B4D"/>
                </a:solidFill>
              </a:defRPr>
            </a:lvl6pPr>
            <a:lvl7pPr>
              <a:buNone/>
              <a:defRPr sz="2025" b="0">
                <a:solidFill>
                  <a:srgbClr val="172B4D"/>
                </a:solidFill>
              </a:defRPr>
            </a:lvl7pPr>
            <a:lvl8pPr>
              <a:buNone/>
              <a:defRPr sz="2025" b="0">
                <a:solidFill>
                  <a:srgbClr val="172B4D"/>
                </a:solidFill>
              </a:defRPr>
            </a:lvl8pPr>
            <a:lvl9pPr>
              <a:buNone/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Commit a small change, push and follow the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7886C-D771-4781-9ACA-63A40279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660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buNone/>
              <a:defRPr sz="2025" b="0">
                <a:solidFill>
                  <a:srgbClr val="172B4D"/>
                </a:solidFill>
              </a:defRPr>
            </a:lvl1pPr>
            <a:lvl2pPr>
              <a:buNone/>
              <a:defRPr sz="2025" b="0">
                <a:solidFill>
                  <a:srgbClr val="172B4D"/>
                </a:solidFill>
              </a:defRPr>
            </a:lvl2pPr>
            <a:lvl3pPr>
              <a:buNone/>
              <a:defRPr sz="2025" b="0">
                <a:solidFill>
                  <a:srgbClr val="172B4D"/>
                </a:solidFill>
              </a:defRPr>
            </a:lvl3pPr>
            <a:lvl4pPr>
              <a:buNone/>
              <a:defRPr sz="2025" b="0">
                <a:solidFill>
                  <a:srgbClr val="172B4D"/>
                </a:solidFill>
              </a:defRPr>
            </a:lvl4pPr>
            <a:lvl5pPr>
              <a:buNone/>
              <a:defRPr sz="2025" b="0">
                <a:solidFill>
                  <a:srgbClr val="172B4D"/>
                </a:solidFill>
              </a:defRPr>
            </a:lvl5pPr>
            <a:lvl6pPr>
              <a:buNone/>
              <a:defRPr sz="2025" b="0">
                <a:solidFill>
                  <a:srgbClr val="172B4D"/>
                </a:solidFill>
              </a:defRPr>
            </a:lvl6pPr>
            <a:lvl7pPr>
              <a:buNone/>
              <a:defRPr sz="2025" b="0">
                <a:solidFill>
                  <a:srgbClr val="172B4D"/>
                </a:solidFill>
              </a:defRPr>
            </a:lvl7pPr>
            <a:lvl8pPr>
              <a:buNone/>
              <a:defRPr sz="2025" b="0">
                <a:solidFill>
                  <a:srgbClr val="172B4D"/>
                </a:solidFill>
              </a:defRPr>
            </a:lvl8pPr>
            <a:lvl9pPr>
              <a:buNone/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Verify the image SHA and deploy the approved release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08E22-77C5-40C3-B33D-FE24E3E1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5290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buNone/>
              <a:defRPr sz="2025" b="0">
                <a:solidFill>
                  <a:srgbClr val="172B4D"/>
                </a:solidFill>
              </a:defRPr>
            </a:lvl1pPr>
            <a:lvl2pPr>
              <a:buNone/>
              <a:defRPr sz="2025" b="0">
                <a:solidFill>
                  <a:srgbClr val="172B4D"/>
                </a:solidFill>
              </a:defRPr>
            </a:lvl2pPr>
            <a:lvl3pPr>
              <a:buNone/>
              <a:defRPr sz="2025" b="0">
                <a:solidFill>
                  <a:srgbClr val="172B4D"/>
                </a:solidFill>
              </a:defRPr>
            </a:lvl3pPr>
            <a:lvl4pPr>
              <a:buNone/>
              <a:defRPr sz="2025" b="0">
                <a:solidFill>
                  <a:srgbClr val="172B4D"/>
                </a:solidFill>
              </a:defRPr>
            </a:lvl4pPr>
            <a:lvl5pPr>
              <a:buNone/>
              <a:defRPr sz="2025" b="0">
                <a:solidFill>
                  <a:srgbClr val="172B4D"/>
                </a:solidFill>
              </a:defRPr>
            </a:lvl5pPr>
            <a:lvl6pPr>
              <a:buNone/>
              <a:defRPr sz="2025" b="0">
                <a:solidFill>
                  <a:srgbClr val="172B4D"/>
                </a:solidFill>
              </a:defRPr>
            </a:lvl6pPr>
            <a:lvl7pPr>
              <a:buNone/>
              <a:defRPr sz="2025" b="0">
                <a:solidFill>
                  <a:srgbClr val="172B4D"/>
                </a:solidFill>
              </a:defRPr>
            </a:lvl7pPr>
            <a:lvl8pPr>
              <a:buNone/>
              <a:defRPr sz="2025" b="0">
                <a:solidFill>
                  <a:srgbClr val="172B4D"/>
                </a:solidFill>
              </a:defRPr>
            </a:lvl8pPr>
            <a:lvl9pPr>
              <a:buNone/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Check Ingress, autoscaling and monitoring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6A7B7-60EC-484E-AE47-25745CC2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2920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buNone/>
              <a:defRPr sz="2025" b="0">
                <a:solidFill>
                  <a:srgbClr val="172B4D"/>
                </a:solidFill>
              </a:defRPr>
            </a:lvl1pPr>
            <a:lvl2pPr>
              <a:buNone/>
              <a:defRPr sz="2025" b="0">
                <a:solidFill>
                  <a:srgbClr val="172B4D"/>
                </a:solidFill>
              </a:defRPr>
            </a:lvl2pPr>
            <a:lvl3pPr>
              <a:buNone/>
              <a:defRPr sz="2025" b="0">
                <a:solidFill>
                  <a:srgbClr val="172B4D"/>
                </a:solidFill>
              </a:defRPr>
            </a:lvl3pPr>
            <a:lvl4pPr>
              <a:buNone/>
              <a:defRPr sz="2025" b="0">
                <a:solidFill>
                  <a:srgbClr val="172B4D"/>
                </a:solidFill>
              </a:defRPr>
            </a:lvl4pPr>
            <a:lvl5pPr>
              <a:buNone/>
              <a:defRPr sz="2025" b="0">
                <a:solidFill>
                  <a:srgbClr val="172B4D"/>
                </a:solidFill>
              </a:defRPr>
            </a:lvl5pPr>
            <a:lvl6pPr>
              <a:buNone/>
              <a:defRPr sz="2025" b="0">
                <a:solidFill>
                  <a:srgbClr val="172B4D"/>
                </a:solidFill>
              </a:defRPr>
            </a:lvl6pPr>
            <a:lvl7pPr>
              <a:buNone/>
              <a:defRPr sz="2025" b="0">
                <a:solidFill>
                  <a:srgbClr val="172B4D"/>
                </a:solidFill>
              </a:defRPr>
            </a:lvl7pPr>
            <a:lvl8pPr>
              <a:buNone/>
              <a:defRPr sz="2025" b="0">
                <a:solidFill>
                  <a:srgbClr val="172B4D"/>
                </a:solidFill>
              </a:defRPr>
            </a:lvl8pPr>
            <a:lvl9pPr>
              <a:buNone/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Explain a failure, recovery and cleanup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86104-93C0-4FEA-A8C3-5BFF79E8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2400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B4D"/>
                </a:solidFill>
              </a:defRPr>
            </a:defPPr>
            <a:lvl1pPr>
              <a:buNone/>
              <a:defRPr sz="1725" b="0">
                <a:solidFill>
                  <a:srgbClr val="172B4D"/>
                </a:solidFill>
              </a:defRPr>
            </a:lvl1pPr>
            <a:lvl2pPr>
              <a:buNone/>
              <a:defRPr sz="1725" b="0">
                <a:solidFill>
                  <a:srgbClr val="172B4D"/>
                </a:solidFill>
              </a:defRPr>
            </a:lvl2pPr>
            <a:lvl3pPr>
              <a:buNone/>
              <a:defRPr sz="1725" b="0">
                <a:solidFill>
                  <a:srgbClr val="172B4D"/>
                </a:solidFill>
              </a:defRPr>
            </a:lvl3pPr>
            <a:lvl4pPr>
              <a:buNone/>
              <a:defRPr sz="1725" b="0">
                <a:solidFill>
                  <a:srgbClr val="172B4D"/>
                </a:solidFill>
              </a:defRPr>
            </a:lvl4pPr>
            <a:lvl5pPr>
              <a:buNone/>
              <a:defRPr sz="1725" b="0">
                <a:solidFill>
                  <a:srgbClr val="172B4D"/>
                </a:solidFill>
              </a:defRPr>
            </a:lvl5pPr>
            <a:lvl6pPr>
              <a:buNone/>
              <a:defRPr sz="1725" b="0">
                <a:solidFill>
                  <a:srgbClr val="172B4D"/>
                </a:solidFill>
              </a:defRPr>
            </a:lvl6pPr>
            <a:lvl7pPr>
              <a:buNone/>
              <a:defRPr sz="1725" b="0">
                <a:solidFill>
                  <a:srgbClr val="172B4D"/>
                </a:solidFill>
              </a:defRPr>
            </a:lvl7pPr>
            <a:lvl8pPr>
              <a:buNone/>
              <a:defRPr sz="1725" b="0">
                <a:solidFill>
                  <a:srgbClr val="172B4D"/>
                </a:solidFill>
              </a:defRPr>
            </a:lvl8pPr>
            <a:lvl9pPr>
              <a:buNone/>
              <a:defRPr sz="17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Repository and source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217F8-2DB0-442F-8795-4980944B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7650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B4D"/>
                </a:solidFill>
              </a:defRPr>
            </a:defPPr>
            <a:lvl1pPr>
              <a:buNone/>
              <a:defRPr sz="1725" b="0">
                <a:solidFill>
                  <a:srgbClr val="172B4D"/>
                </a:solidFill>
              </a:defRPr>
            </a:lvl1pPr>
            <a:lvl2pPr>
              <a:buNone/>
              <a:defRPr sz="1725" b="0">
                <a:solidFill>
                  <a:srgbClr val="172B4D"/>
                </a:solidFill>
              </a:defRPr>
            </a:lvl2pPr>
            <a:lvl3pPr>
              <a:buNone/>
              <a:defRPr sz="1725" b="0">
                <a:solidFill>
                  <a:srgbClr val="172B4D"/>
                </a:solidFill>
              </a:defRPr>
            </a:lvl3pPr>
            <a:lvl4pPr>
              <a:buNone/>
              <a:defRPr sz="1725" b="0">
                <a:solidFill>
                  <a:srgbClr val="172B4D"/>
                </a:solidFill>
              </a:defRPr>
            </a:lvl4pPr>
            <a:lvl5pPr>
              <a:buNone/>
              <a:defRPr sz="1725" b="0">
                <a:solidFill>
                  <a:srgbClr val="172B4D"/>
                </a:solidFill>
              </a:defRPr>
            </a:lvl5pPr>
            <a:lvl6pPr>
              <a:buNone/>
              <a:defRPr sz="1725" b="0">
                <a:solidFill>
                  <a:srgbClr val="172B4D"/>
                </a:solidFill>
              </a:defRPr>
            </a:lvl6pPr>
            <a:lvl7pPr>
              <a:buNone/>
              <a:defRPr sz="1725" b="0">
                <a:solidFill>
                  <a:srgbClr val="172B4D"/>
                </a:solidFill>
              </a:defRPr>
            </a:lvl7pPr>
            <a:lvl8pPr>
              <a:buNone/>
              <a:defRPr sz="1725" b="0">
                <a:solidFill>
                  <a:srgbClr val="172B4D"/>
                </a:solidFill>
              </a:defRPr>
            </a:lvl8pPr>
            <a:lvl9pPr>
              <a:buNone/>
              <a:defRPr sz="17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github.com/karttikjangid/homework-tracker-capstone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66CE4-8878-4AFF-8F7E-981C16EE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B4D"/>
                </a:solidFill>
              </a:defRPr>
            </a:defPPr>
            <a:lvl1pPr>
              <a:buNone/>
              <a:defRPr sz="1725" b="0">
                <a:solidFill>
                  <a:srgbClr val="172B4D"/>
                </a:solidFill>
              </a:defRPr>
            </a:lvl1pPr>
            <a:lvl2pPr>
              <a:buNone/>
              <a:defRPr sz="1725" b="0">
                <a:solidFill>
                  <a:srgbClr val="172B4D"/>
                </a:solidFill>
              </a:defRPr>
            </a:lvl2pPr>
            <a:lvl3pPr>
              <a:buNone/>
              <a:defRPr sz="1725" b="0">
                <a:solidFill>
                  <a:srgbClr val="172B4D"/>
                </a:solidFill>
              </a:defRPr>
            </a:lvl3pPr>
            <a:lvl4pPr>
              <a:buNone/>
              <a:defRPr sz="1725" b="0">
                <a:solidFill>
                  <a:srgbClr val="172B4D"/>
                </a:solidFill>
              </a:defRPr>
            </a:lvl4pPr>
            <a:lvl5pPr>
              <a:buNone/>
              <a:defRPr sz="1725" b="0">
                <a:solidFill>
                  <a:srgbClr val="172B4D"/>
                </a:solidFill>
              </a:defRPr>
            </a:lvl5pPr>
            <a:lvl6pPr>
              <a:buNone/>
              <a:defRPr sz="1725" b="0">
                <a:solidFill>
                  <a:srgbClr val="172B4D"/>
                </a:solidFill>
              </a:defRPr>
            </a:lvl6pPr>
            <a:lvl7pPr>
              <a:buNone/>
              <a:defRPr sz="1725" b="0">
                <a:solidFill>
                  <a:srgbClr val="172B4D"/>
                </a:solidFill>
              </a:defRPr>
            </a:lvl7pPr>
            <a:lvl8pPr>
              <a:buNone/>
              <a:defRPr sz="1725" b="0">
                <a:solidFill>
                  <a:srgbClr val="172B4D"/>
                </a:solidFill>
              </a:defRPr>
            </a:lvl8pPr>
            <a:lvl9pPr>
              <a:buNone/>
              <a:defRPr sz="17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Recorded walkthrough: docs/walkthrough.md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1DAEA-D9FE-44E9-84E3-E444A80B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8150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B4D"/>
                </a:solidFill>
              </a:defRPr>
            </a:defPPr>
            <a:lvl1pPr>
              <a:buNone/>
              <a:defRPr sz="1725" b="0">
                <a:solidFill>
                  <a:srgbClr val="172B4D"/>
                </a:solidFill>
              </a:defRPr>
            </a:lvl1pPr>
            <a:lvl2pPr>
              <a:buNone/>
              <a:defRPr sz="1725" b="0">
                <a:solidFill>
                  <a:srgbClr val="172B4D"/>
                </a:solidFill>
              </a:defRPr>
            </a:lvl2pPr>
            <a:lvl3pPr>
              <a:buNone/>
              <a:defRPr sz="1725" b="0">
                <a:solidFill>
                  <a:srgbClr val="172B4D"/>
                </a:solidFill>
              </a:defRPr>
            </a:lvl3pPr>
            <a:lvl4pPr>
              <a:buNone/>
              <a:defRPr sz="1725" b="0">
                <a:solidFill>
                  <a:srgbClr val="172B4D"/>
                </a:solidFill>
              </a:defRPr>
            </a:lvl4pPr>
            <a:lvl5pPr>
              <a:buNone/>
              <a:defRPr sz="1725" b="0">
                <a:solidFill>
                  <a:srgbClr val="172B4D"/>
                </a:solidFill>
              </a:defRPr>
            </a:lvl5pPr>
            <a:lvl6pPr>
              <a:buNone/>
              <a:defRPr sz="1725" b="0">
                <a:solidFill>
                  <a:srgbClr val="172B4D"/>
                </a:solidFill>
              </a:defRPr>
            </a:lvl6pPr>
            <a:lvl7pPr>
              <a:buNone/>
              <a:defRPr sz="1725" b="0">
                <a:solidFill>
                  <a:srgbClr val="172B4D"/>
                </a:solidFill>
              </a:defRPr>
            </a:lvl7pPr>
            <a:lvl8pPr>
              <a:buNone/>
              <a:defRPr sz="1725" b="0">
                <a:solidFill>
                  <a:srgbClr val="172B4D"/>
                </a:solidFill>
              </a:defRPr>
            </a:lvl8pPr>
            <a:lvl9pPr>
              <a:buNone/>
              <a:defRPr sz="17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Instructor brief and rubric: docs/course/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AF38E-A84D-41A4-8645-E35BDE3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085"/>
                </a:solidFill>
              </a:defRPr>
            </a:defPPr>
            <a:lvl1pPr>
              <a:buNone/>
              <a:defRPr sz="1200" b="0">
                <a:solidFill>
                  <a:srgbClr val="667085"/>
                </a:solidFill>
              </a:defRPr>
            </a:lvl1pPr>
            <a:lvl2pPr>
              <a:buNone/>
              <a:defRPr sz="1200" b="0">
                <a:solidFill>
                  <a:srgbClr val="667085"/>
                </a:solidFill>
              </a:defRPr>
            </a:lvl2pPr>
            <a:lvl3pPr>
              <a:buNone/>
              <a:defRPr sz="1200" b="0">
                <a:solidFill>
                  <a:srgbClr val="667085"/>
                </a:solidFill>
              </a:defRPr>
            </a:lvl3pPr>
            <a:lvl4pPr>
              <a:buNone/>
              <a:defRPr sz="1200" b="0">
                <a:solidFill>
                  <a:srgbClr val="667085"/>
                </a:solidFill>
              </a:defRPr>
            </a:lvl4pPr>
            <a:lvl5pPr>
              <a:buNone/>
              <a:defRPr sz="1200" b="0">
                <a:solidFill>
                  <a:srgbClr val="667085"/>
                </a:solidFill>
              </a:defRPr>
            </a:lvl5pPr>
            <a:lvl6pPr>
              <a:buNone/>
              <a:defRPr sz="1200" b="0">
                <a:solidFill>
                  <a:srgbClr val="667085"/>
                </a:solidFill>
              </a:defRPr>
            </a:lvl6pPr>
            <a:lvl7pPr>
              <a:buNone/>
              <a:defRPr sz="1200" b="0">
                <a:solidFill>
                  <a:srgbClr val="667085"/>
                </a:solidFill>
              </a:defRPr>
            </a:lvl7pPr>
            <a:lvl8pPr>
              <a:buNone/>
              <a:defRPr sz="1200" b="0">
                <a:solidFill>
                  <a:srgbClr val="667085"/>
                </a:solidFill>
              </a:defRPr>
            </a:lvl8pPr>
            <a:lvl9pPr>
              <a:buNone/>
              <a:defRPr sz="12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579423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2026-10-27T04:16:29.1850000Z</dcterms:created>
  <dcterms:modified xsi:type="dcterms:W3CDTF">2026-10-27T04:16:29.1850000Z</dcterms:modified>
</coreProperties>
</file>